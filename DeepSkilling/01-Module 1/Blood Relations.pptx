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7" r:id="rId2"/>
    <p:sldId id="259" r:id="rId3"/>
    <p:sldId id="269" r:id="rId4"/>
    <p:sldId id="270" r:id="rId5"/>
    <p:sldId id="271" r:id="rId6"/>
    <p:sldId id="272" r:id="rId7"/>
    <p:sldId id="273" r:id="rId8"/>
    <p:sldId id="274" r:id="rId9"/>
    <p:sldId id="275" r:id="rId10"/>
    <p:sldId id="277" r:id="rId11"/>
    <p:sldId id="280" r:id="rId12"/>
    <p:sldId id="281" r:id="rId13"/>
    <p:sldId id="282" r:id="rId14"/>
    <p:sldId id="283" r:id="rId15"/>
    <p:sldId id="284" r:id="rId16"/>
    <p:sldId id="285" r:id="rId17"/>
    <p:sldId id="286" r:id="rId18"/>
    <p:sldId id="287" r:id="rId19"/>
    <p:sldId id="288" r:id="rId20"/>
    <p:sldId id="289" r:id="rId21"/>
    <p:sldId id="292" r:id="rId22"/>
    <p:sldId id="293" r:id="rId23"/>
    <p:sldId id="294" r:id="rId24"/>
    <p:sldId id="295" r:id="rId25"/>
    <p:sldId id="296" r:id="rId26"/>
    <p:sldId id="297" r:id="rId27"/>
    <p:sldId id="298" r:id="rId28"/>
    <p:sldId id="299" r:id="rId29"/>
    <p:sldId id="302" r:id="rId30"/>
    <p:sldId id="303" r:id="rId31"/>
    <p:sldId id="304" r:id="rId32"/>
    <p:sldId id="306"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 id="325" r:id="rId52"/>
    <p:sldId id="326" r:id="rId53"/>
    <p:sldId id="327" r:id="rId54"/>
    <p:sldId id="328" r:id="rId55"/>
    <p:sldId id="329" r:id="rId56"/>
    <p:sldId id="330"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315AAB-34E1-47D3-8B7A-B2590BEE4203}" type="datetimeFigureOut">
              <a:rPr lang="en-IN" smtClean="0"/>
              <a:t>28-05-2026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9C1D15-6D84-4018-95C7-2BEF2F11E5B0}" type="slidenum">
              <a:rPr lang="en-IN" smtClean="0"/>
              <a:t>‹#›</a:t>
            </a:fld>
            <a:endParaRPr lang="en-IN"/>
          </a:p>
        </p:txBody>
      </p:sp>
    </p:spTree>
    <p:extLst>
      <p:ext uri="{BB962C8B-B14F-4D97-AF65-F5344CB8AC3E}">
        <p14:creationId xmlns:p14="http://schemas.microsoft.com/office/powerpoint/2010/main" val="4037170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819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D4B86D4-9DF7-4A22-9F0A-CC271533991B}" type="slidenum">
              <a:rPr lang="en-US" altLang="en-US"/>
              <a:pPr/>
              <a:t>1</a:t>
            </a:fld>
            <a:endParaRPr lang="en-US" altLang="en-US"/>
          </a:p>
        </p:txBody>
      </p:sp>
    </p:spTree>
    <p:extLst>
      <p:ext uri="{BB962C8B-B14F-4D97-AF65-F5344CB8AC3E}">
        <p14:creationId xmlns:p14="http://schemas.microsoft.com/office/powerpoint/2010/main" val="4211267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839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4F69B28-6763-40EF-9281-8C6A22A6FA11}" type="slidenum">
              <a:rPr lang="en-US" altLang="en-US"/>
              <a:pPr/>
              <a:t>2</a:t>
            </a:fld>
            <a:endParaRPr lang="en-US" altLang="en-US"/>
          </a:p>
        </p:txBody>
      </p:sp>
    </p:spTree>
    <p:extLst>
      <p:ext uri="{BB962C8B-B14F-4D97-AF65-F5344CB8AC3E}">
        <p14:creationId xmlns:p14="http://schemas.microsoft.com/office/powerpoint/2010/main" val="2874307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942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52A159F-5CC1-4D89-B1E8-65DC8559C80A}" type="slidenum">
              <a:rPr lang="en-US" altLang="en-US"/>
              <a:pPr/>
              <a:t>3</a:t>
            </a:fld>
            <a:endParaRPr lang="en-US" altLang="en-US"/>
          </a:p>
        </p:txBody>
      </p:sp>
    </p:spTree>
    <p:extLst>
      <p:ext uri="{BB962C8B-B14F-4D97-AF65-F5344CB8AC3E}">
        <p14:creationId xmlns:p14="http://schemas.microsoft.com/office/powerpoint/2010/main" val="3918382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23BC423-4C92-4B7A-BADA-02AE76D2BC0B}" type="slidenum">
              <a:rPr lang="en-US" altLang="en-US"/>
              <a:pPr/>
              <a:t>4</a:t>
            </a:fld>
            <a:endParaRPr lang="en-US" altLang="en-US"/>
          </a:p>
        </p:txBody>
      </p:sp>
    </p:spTree>
    <p:extLst>
      <p:ext uri="{BB962C8B-B14F-4D97-AF65-F5344CB8AC3E}">
        <p14:creationId xmlns:p14="http://schemas.microsoft.com/office/powerpoint/2010/main" val="3783423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962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1219B581-3CC7-4050-87DB-F3BE090B2779}" type="slidenum">
              <a:rPr lang="en-US" altLang="en-US"/>
              <a:pPr/>
              <a:t>5</a:t>
            </a:fld>
            <a:endParaRPr lang="en-US" altLang="en-US"/>
          </a:p>
        </p:txBody>
      </p:sp>
    </p:spTree>
    <p:extLst>
      <p:ext uri="{BB962C8B-B14F-4D97-AF65-F5344CB8AC3E}">
        <p14:creationId xmlns:p14="http://schemas.microsoft.com/office/powerpoint/2010/main" val="1662884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972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2AD101A-6E5B-4A99-977B-234792F25941}" type="slidenum">
              <a:rPr lang="en-US" altLang="en-US"/>
              <a:pPr/>
              <a:t>6</a:t>
            </a:fld>
            <a:endParaRPr lang="en-US" altLang="en-US"/>
          </a:p>
        </p:txBody>
      </p:sp>
    </p:spTree>
    <p:extLst>
      <p:ext uri="{BB962C8B-B14F-4D97-AF65-F5344CB8AC3E}">
        <p14:creationId xmlns:p14="http://schemas.microsoft.com/office/powerpoint/2010/main" val="3124977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983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6997D8-F477-4928-A420-D2B6493E1255}" type="slidenum">
              <a:rPr lang="en-US" altLang="en-US"/>
              <a:pPr/>
              <a:t>7</a:t>
            </a:fld>
            <a:endParaRPr lang="en-US" altLang="en-US"/>
          </a:p>
        </p:txBody>
      </p:sp>
    </p:spTree>
    <p:extLst>
      <p:ext uri="{BB962C8B-B14F-4D97-AF65-F5344CB8AC3E}">
        <p14:creationId xmlns:p14="http://schemas.microsoft.com/office/powerpoint/2010/main" val="1109300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993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C82A64E-F1BE-486A-B42F-D693D82508E6}" type="slidenum">
              <a:rPr lang="en-US" altLang="en-US"/>
              <a:pPr/>
              <a:t>8</a:t>
            </a:fld>
            <a:endParaRPr lang="en-US" altLang="en-US"/>
          </a:p>
        </p:txBody>
      </p:sp>
    </p:spTree>
    <p:extLst>
      <p:ext uri="{BB962C8B-B14F-4D97-AF65-F5344CB8AC3E}">
        <p14:creationId xmlns:p14="http://schemas.microsoft.com/office/powerpoint/2010/main" val="621248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003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432507D-E83D-4B61-82ED-F833ECBD4BA0}" type="slidenum">
              <a:rPr lang="en-US" altLang="en-US"/>
              <a:pPr/>
              <a:t>9</a:t>
            </a:fld>
            <a:endParaRPr lang="en-US" altLang="en-US"/>
          </a:p>
        </p:txBody>
      </p:sp>
    </p:spTree>
    <p:extLst>
      <p:ext uri="{BB962C8B-B14F-4D97-AF65-F5344CB8AC3E}">
        <p14:creationId xmlns:p14="http://schemas.microsoft.com/office/powerpoint/2010/main" val="122051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024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F3C70FD-58E1-44E4-B0EA-BC0C790E414D}" type="slidenum">
              <a:rPr lang="en-US" altLang="en-US"/>
              <a:pPr/>
              <a:t>10</a:t>
            </a:fld>
            <a:endParaRPr lang="en-US" altLang="en-US"/>
          </a:p>
        </p:txBody>
      </p:sp>
    </p:spTree>
    <p:extLst>
      <p:ext uri="{BB962C8B-B14F-4D97-AF65-F5344CB8AC3E}">
        <p14:creationId xmlns:p14="http://schemas.microsoft.com/office/powerpoint/2010/main" val="1170125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054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114574A3-0C40-4A7E-96AC-6A779F21FEE3}" type="slidenum">
              <a:rPr lang="en-US" altLang="en-US"/>
              <a:pPr/>
              <a:t>11</a:t>
            </a:fld>
            <a:endParaRPr lang="en-US" altLang="en-US"/>
          </a:p>
        </p:txBody>
      </p:sp>
    </p:spTree>
    <p:extLst>
      <p:ext uri="{BB962C8B-B14F-4D97-AF65-F5344CB8AC3E}">
        <p14:creationId xmlns:p14="http://schemas.microsoft.com/office/powerpoint/2010/main" val="1180809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065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D5931A8-D726-42EA-A66A-A96BFFF04E03}" type="slidenum">
              <a:rPr lang="en-US" altLang="en-US"/>
              <a:pPr/>
              <a:t>12</a:t>
            </a:fld>
            <a:endParaRPr lang="en-US" altLang="en-US"/>
          </a:p>
        </p:txBody>
      </p:sp>
    </p:spTree>
    <p:extLst>
      <p:ext uri="{BB962C8B-B14F-4D97-AF65-F5344CB8AC3E}">
        <p14:creationId xmlns:p14="http://schemas.microsoft.com/office/powerpoint/2010/main" val="940120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075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ADEB696-CAF5-46D2-A439-7BA61E170A2C}" type="slidenum">
              <a:rPr lang="en-US" altLang="en-US"/>
              <a:pPr/>
              <a:t>13</a:t>
            </a:fld>
            <a:endParaRPr lang="en-US" altLang="en-US"/>
          </a:p>
        </p:txBody>
      </p:sp>
    </p:spTree>
    <p:extLst>
      <p:ext uri="{BB962C8B-B14F-4D97-AF65-F5344CB8AC3E}">
        <p14:creationId xmlns:p14="http://schemas.microsoft.com/office/powerpoint/2010/main" val="1355307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085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104D81F-7F1A-4803-8556-7DFB6F303CA5}" type="slidenum">
              <a:rPr lang="en-US" altLang="en-US"/>
              <a:pPr/>
              <a:t>14</a:t>
            </a:fld>
            <a:endParaRPr lang="en-US" altLang="en-US"/>
          </a:p>
        </p:txBody>
      </p:sp>
    </p:spTree>
    <p:extLst>
      <p:ext uri="{BB962C8B-B14F-4D97-AF65-F5344CB8AC3E}">
        <p14:creationId xmlns:p14="http://schemas.microsoft.com/office/powerpoint/2010/main" val="3395937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095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D292758-6502-4B63-8C18-6948787C8E1F}" type="slidenum">
              <a:rPr lang="en-US" altLang="en-US"/>
              <a:pPr/>
              <a:t>15</a:t>
            </a:fld>
            <a:endParaRPr lang="en-US" altLang="en-US"/>
          </a:p>
        </p:txBody>
      </p:sp>
    </p:spTree>
    <p:extLst>
      <p:ext uri="{BB962C8B-B14F-4D97-AF65-F5344CB8AC3E}">
        <p14:creationId xmlns:p14="http://schemas.microsoft.com/office/powerpoint/2010/main" val="42642671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105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031619F-0E67-4ADD-BBEC-D887E923D2E3}" type="slidenum">
              <a:rPr lang="en-US" altLang="en-US"/>
              <a:pPr/>
              <a:t>16</a:t>
            </a:fld>
            <a:endParaRPr lang="en-US" altLang="en-US"/>
          </a:p>
        </p:txBody>
      </p:sp>
    </p:spTree>
    <p:extLst>
      <p:ext uri="{BB962C8B-B14F-4D97-AF65-F5344CB8AC3E}">
        <p14:creationId xmlns:p14="http://schemas.microsoft.com/office/powerpoint/2010/main" val="3602364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116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109EBA81-7CF1-4878-8924-4B0D45464C9E}" type="slidenum">
              <a:rPr lang="en-US" altLang="en-US"/>
              <a:pPr/>
              <a:t>17</a:t>
            </a:fld>
            <a:endParaRPr lang="en-US" altLang="en-US"/>
          </a:p>
        </p:txBody>
      </p:sp>
    </p:spTree>
    <p:extLst>
      <p:ext uri="{BB962C8B-B14F-4D97-AF65-F5344CB8AC3E}">
        <p14:creationId xmlns:p14="http://schemas.microsoft.com/office/powerpoint/2010/main" val="1225578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126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BF90900-AC9E-4DA7-B06F-C0712B6C5031}" type="slidenum">
              <a:rPr lang="en-US" altLang="en-US"/>
              <a:pPr/>
              <a:t>18</a:t>
            </a:fld>
            <a:endParaRPr lang="en-US" altLang="en-US"/>
          </a:p>
        </p:txBody>
      </p:sp>
    </p:spTree>
    <p:extLst>
      <p:ext uri="{BB962C8B-B14F-4D97-AF65-F5344CB8AC3E}">
        <p14:creationId xmlns:p14="http://schemas.microsoft.com/office/powerpoint/2010/main" val="3312876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136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4A15449-8FE5-42D8-BA20-A9BBFDFD2EAA}" type="slidenum">
              <a:rPr lang="en-US" altLang="en-US"/>
              <a:pPr/>
              <a:t>19</a:t>
            </a:fld>
            <a:endParaRPr lang="en-US" altLang="en-US"/>
          </a:p>
        </p:txBody>
      </p:sp>
    </p:spTree>
    <p:extLst>
      <p:ext uri="{BB962C8B-B14F-4D97-AF65-F5344CB8AC3E}">
        <p14:creationId xmlns:p14="http://schemas.microsoft.com/office/powerpoint/2010/main" val="1976155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146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22181FB-FC30-4FDD-8B50-FBF2227F6394}" type="slidenum">
              <a:rPr lang="en-US" altLang="en-US"/>
              <a:pPr/>
              <a:t>20</a:t>
            </a:fld>
            <a:endParaRPr lang="en-US" altLang="en-US"/>
          </a:p>
        </p:txBody>
      </p:sp>
    </p:spTree>
    <p:extLst>
      <p:ext uri="{BB962C8B-B14F-4D97-AF65-F5344CB8AC3E}">
        <p14:creationId xmlns:p14="http://schemas.microsoft.com/office/powerpoint/2010/main" val="2814467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177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20AAC21-5A8F-4ADB-A602-DEA5F5524EFA}" type="slidenum">
              <a:rPr lang="en-US" altLang="en-US"/>
              <a:pPr/>
              <a:t>21</a:t>
            </a:fld>
            <a:endParaRPr lang="en-US" altLang="en-US"/>
          </a:p>
        </p:txBody>
      </p:sp>
    </p:spTree>
    <p:extLst>
      <p:ext uri="{BB962C8B-B14F-4D97-AF65-F5344CB8AC3E}">
        <p14:creationId xmlns:p14="http://schemas.microsoft.com/office/powerpoint/2010/main" val="15983260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187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499C911-BF8E-4627-BFAB-0BFB0AB4A0C8}" type="slidenum">
              <a:rPr lang="en-US" altLang="en-US"/>
              <a:pPr/>
              <a:t>22</a:t>
            </a:fld>
            <a:endParaRPr lang="en-US" altLang="en-US"/>
          </a:p>
        </p:txBody>
      </p:sp>
    </p:spTree>
    <p:extLst>
      <p:ext uri="{BB962C8B-B14F-4D97-AF65-F5344CB8AC3E}">
        <p14:creationId xmlns:p14="http://schemas.microsoft.com/office/powerpoint/2010/main" val="5828359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198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33460FE-A963-451A-8053-0D4A87078EDA}" type="slidenum">
              <a:rPr lang="en-US" altLang="en-US"/>
              <a:pPr/>
              <a:t>23</a:t>
            </a:fld>
            <a:endParaRPr lang="en-US" altLang="en-US"/>
          </a:p>
        </p:txBody>
      </p:sp>
    </p:spTree>
    <p:extLst>
      <p:ext uri="{BB962C8B-B14F-4D97-AF65-F5344CB8AC3E}">
        <p14:creationId xmlns:p14="http://schemas.microsoft.com/office/powerpoint/2010/main" val="3464002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208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113CC58-A9C1-44A4-885C-8F48B9A62B44}" type="slidenum">
              <a:rPr lang="en-US" altLang="en-US"/>
              <a:pPr/>
              <a:t>24</a:t>
            </a:fld>
            <a:endParaRPr lang="en-US" altLang="en-US"/>
          </a:p>
        </p:txBody>
      </p:sp>
    </p:spTree>
    <p:extLst>
      <p:ext uri="{BB962C8B-B14F-4D97-AF65-F5344CB8AC3E}">
        <p14:creationId xmlns:p14="http://schemas.microsoft.com/office/powerpoint/2010/main" val="750677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218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B39BE23-FA02-4727-A402-40E46F6F5FFC}" type="slidenum">
              <a:rPr lang="en-US" altLang="en-US"/>
              <a:pPr/>
              <a:t>25</a:t>
            </a:fld>
            <a:endParaRPr lang="en-US" altLang="en-US"/>
          </a:p>
        </p:txBody>
      </p:sp>
    </p:spTree>
    <p:extLst>
      <p:ext uri="{BB962C8B-B14F-4D97-AF65-F5344CB8AC3E}">
        <p14:creationId xmlns:p14="http://schemas.microsoft.com/office/powerpoint/2010/main" val="5294906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228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921F6F91-5FBC-4855-A191-8E98C309D7E1}" type="slidenum">
              <a:rPr lang="en-US" altLang="en-US"/>
              <a:pPr/>
              <a:t>26</a:t>
            </a:fld>
            <a:endParaRPr lang="en-US" altLang="en-US"/>
          </a:p>
        </p:txBody>
      </p:sp>
    </p:spTree>
    <p:extLst>
      <p:ext uri="{BB962C8B-B14F-4D97-AF65-F5344CB8AC3E}">
        <p14:creationId xmlns:p14="http://schemas.microsoft.com/office/powerpoint/2010/main" val="25348317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239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7DAC9C9-5D69-497D-83B9-D2BA6D879C0B}" type="slidenum">
              <a:rPr lang="en-US" altLang="en-US"/>
              <a:pPr/>
              <a:t>27</a:t>
            </a:fld>
            <a:endParaRPr lang="en-US" altLang="en-US"/>
          </a:p>
        </p:txBody>
      </p:sp>
    </p:spTree>
    <p:extLst>
      <p:ext uri="{BB962C8B-B14F-4D97-AF65-F5344CB8AC3E}">
        <p14:creationId xmlns:p14="http://schemas.microsoft.com/office/powerpoint/2010/main" val="18819229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249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71DE8547-792D-410E-93F9-0904159A1468}" type="slidenum">
              <a:rPr lang="en-US" altLang="en-US"/>
              <a:pPr/>
              <a:t>28</a:t>
            </a:fld>
            <a:endParaRPr lang="en-US" altLang="en-US"/>
          </a:p>
        </p:txBody>
      </p:sp>
    </p:spTree>
    <p:extLst>
      <p:ext uri="{BB962C8B-B14F-4D97-AF65-F5344CB8AC3E}">
        <p14:creationId xmlns:p14="http://schemas.microsoft.com/office/powerpoint/2010/main" val="19966543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280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490D1AF-2746-4EF8-BCFB-B17E5EBBB299}" type="slidenum">
              <a:rPr lang="en-US" altLang="en-US"/>
              <a:pPr/>
              <a:t>29</a:t>
            </a:fld>
            <a:endParaRPr lang="en-US" altLang="en-US"/>
          </a:p>
        </p:txBody>
      </p:sp>
    </p:spTree>
    <p:extLst>
      <p:ext uri="{BB962C8B-B14F-4D97-AF65-F5344CB8AC3E}">
        <p14:creationId xmlns:p14="http://schemas.microsoft.com/office/powerpoint/2010/main" val="42911582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290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029B358-5A1C-46D3-BD82-0D6351CCDDE2}" type="slidenum">
              <a:rPr lang="en-US" altLang="en-US"/>
              <a:pPr/>
              <a:t>30</a:t>
            </a:fld>
            <a:endParaRPr lang="en-US" altLang="en-US"/>
          </a:p>
        </p:txBody>
      </p:sp>
    </p:spTree>
    <p:extLst>
      <p:ext uri="{BB962C8B-B14F-4D97-AF65-F5344CB8AC3E}">
        <p14:creationId xmlns:p14="http://schemas.microsoft.com/office/powerpoint/2010/main" val="34520395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00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861DDF5-5B91-462C-A39C-BBB115B89660}" type="slidenum">
              <a:rPr lang="en-US" altLang="en-US"/>
              <a:pPr/>
              <a:t>31</a:t>
            </a:fld>
            <a:endParaRPr lang="en-US" altLang="en-US"/>
          </a:p>
        </p:txBody>
      </p:sp>
    </p:spTree>
    <p:extLst>
      <p:ext uri="{BB962C8B-B14F-4D97-AF65-F5344CB8AC3E}">
        <p14:creationId xmlns:p14="http://schemas.microsoft.com/office/powerpoint/2010/main" val="29287599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21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B963AD2-6A08-40F0-97C9-2FDA79064FB1}" type="slidenum">
              <a:rPr lang="en-US" altLang="en-US"/>
              <a:pPr/>
              <a:t>32</a:t>
            </a:fld>
            <a:endParaRPr lang="en-US" altLang="en-US"/>
          </a:p>
        </p:txBody>
      </p:sp>
    </p:spTree>
    <p:extLst>
      <p:ext uri="{BB962C8B-B14F-4D97-AF65-F5344CB8AC3E}">
        <p14:creationId xmlns:p14="http://schemas.microsoft.com/office/powerpoint/2010/main" val="39732159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smtClean="0"/>
              <a:t>(4) R</a:t>
            </a:r>
          </a:p>
        </p:txBody>
      </p:sp>
      <p:sp>
        <p:nvSpPr>
          <p:cNvPr id="133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11F43EAB-5FA5-4A12-94CC-C8332B5FCE5B}" type="slidenum">
              <a:rPr lang="en-US" altLang="en-US"/>
              <a:pPr/>
              <a:t>33</a:t>
            </a:fld>
            <a:endParaRPr lang="en-US" altLang="en-US"/>
          </a:p>
        </p:txBody>
      </p:sp>
    </p:spTree>
    <p:extLst>
      <p:ext uri="{BB962C8B-B14F-4D97-AF65-F5344CB8AC3E}">
        <p14:creationId xmlns:p14="http://schemas.microsoft.com/office/powerpoint/2010/main" val="21297679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smtClean="0"/>
              <a:t>(4) R</a:t>
            </a:r>
          </a:p>
        </p:txBody>
      </p:sp>
      <p:sp>
        <p:nvSpPr>
          <p:cNvPr id="134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A511917-0E01-4144-BF9A-228D5C020C25}" type="slidenum">
              <a:rPr lang="en-US" altLang="en-US"/>
              <a:pPr/>
              <a:t>34</a:t>
            </a:fld>
            <a:endParaRPr lang="en-US" altLang="en-US"/>
          </a:p>
        </p:txBody>
      </p:sp>
    </p:spTree>
    <p:extLst>
      <p:ext uri="{BB962C8B-B14F-4D97-AF65-F5344CB8AC3E}">
        <p14:creationId xmlns:p14="http://schemas.microsoft.com/office/powerpoint/2010/main" val="8636109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F0099B8-979D-45B9-8DD9-E7B54A2B893D}" type="slidenum">
              <a:rPr lang="en-US" altLang="en-US"/>
              <a:pPr/>
              <a:t>35</a:t>
            </a:fld>
            <a:endParaRPr lang="en-US" altLang="en-US"/>
          </a:p>
        </p:txBody>
      </p:sp>
    </p:spTree>
    <p:extLst>
      <p:ext uri="{BB962C8B-B14F-4D97-AF65-F5344CB8AC3E}">
        <p14:creationId xmlns:p14="http://schemas.microsoft.com/office/powerpoint/2010/main" val="17754620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36</a:t>
            </a:fld>
            <a:endParaRPr lang="en-US" altLang="en-US"/>
          </a:p>
        </p:txBody>
      </p:sp>
    </p:spTree>
    <p:extLst>
      <p:ext uri="{BB962C8B-B14F-4D97-AF65-F5344CB8AC3E}">
        <p14:creationId xmlns:p14="http://schemas.microsoft.com/office/powerpoint/2010/main" val="40895483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37</a:t>
            </a:fld>
            <a:endParaRPr lang="en-US" altLang="en-US"/>
          </a:p>
        </p:txBody>
      </p:sp>
    </p:spTree>
    <p:extLst>
      <p:ext uri="{BB962C8B-B14F-4D97-AF65-F5344CB8AC3E}">
        <p14:creationId xmlns:p14="http://schemas.microsoft.com/office/powerpoint/2010/main" val="35991648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38</a:t>
            </a:fld>
            <a:endParaRPr lang="en-US" altLang="en-US"/>
          </a:p>
        </p:txBody>
      </p:sp>
    </p:spTree>
    <p:extLst>
      <p:ext uri="{BB962C8B-B14F-4D97-AF65-F5344CB8AC3E}">
        <p14:creationId xmlns:p14="http://schemas.microsoft.com/office/powerpoint/2010/main" val="8012334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39</a:t>
            </a:fld>
            <a:endParaRPr lang="en-US" altLang="en-US"/>
          </a:p>
        </p:txBody>
      </p:sp>
    </p:spTree>
    <p:extLst>
      <p:ext uri="{BB962C8B-B14F-4D97-AF65-F5344CB8AC3E}">
        <p14:creationId xmlns:p14="http://schemas.microsoft.com/office/powerpoint/2010/main" val="16346716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40</a:t>
            </a:fld>
            <a:endParaRPr lang="en-US" altLang="en-US"/>
          </a:p>
        </p:txBody>
      </p:sp>
    </p:spTree>
    <p:extLst>
      <p:ext uri="{BB962C8B-B14F-4D97-AF65-F5344CB8AC3E}">
        <p14:creationId xmlns:p14="http://schemas.microsoft.com/office/powerpoint/2010/main" val="20688838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41</a:t>
            </a:fld>
            <a:endParaRPr lang="en-US" altLang="en-US"/>
          </a:p>
        </p:txBody>
      </p:sp>
    </p:spTree>
    <p:extLst>
      <p:ext uri="{BB962C8B-B14F-4D97-AF65-F5344CB8AC3E}">
        <p14:creationId xmlns:p14="http://schemas.microsoft.com/office/powerpoint/2010/main" val="1672823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42</a:t>
            </a:fld>
            <a:endParaRPr lang="en-US" altLang="en-US"/>
          </a:p>
        </p:txBody>
      </p:sp>
    </p:spTree>
    <p:extLst>
      <p:ext uri="{BB962C8B-B14F-4D97-AF65-F5344CB8AC3E}">
        <p14:creationId xmlns:p14="http://schemas.microsoft.com/office/powerpoint/2010/main" val="11270494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43</a:t>
            </a:fld>
            <a:endParaRPr lang="en-US" altLang="en-US"/>
          </a:p>
        </p:txBody>
      </p:sp>
    </p:spTree>
    <p:extLst>
      <p:ext uri="{BB962C8B-B14F-4D97-AF65-F5344CB8AC3E}">
        <p14:creationId xmlns:p14="http://schemas.microsoft.com/office/powerpoint/2010/main" val="1065692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44</a:t>
            </a:fld>
            <a:endParaRPr lang="en-US" altLang="en-US"/>
          </a:p>
        </p:txBody>
      </p:sp>
    </p:spTree>
    <p:extLst>
      <p:ext uri="{BB962C8B-B14F-4D97-AF65-F5344CB8AC3E}">
        <p14:creationId xmlns:p14="http://schemas.microsoft.com/office/powerpoint/2010/main" val="19597420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45</a:t>
            </a:fld>
            <a:endParaRPr lang="en-US" altLang="en-US"/>
          </a:p>
        </p:txBody>
      </p:sp>
    </p:spTree>
    <p:extLst>
      <p:ext uri="{BB962C8B-B14F-4D97-AF65-F5344CB8AC3E}">
        <p14:creationId xmlns:p14="http://schemas.microsoft.com/office/powerpoint/2010/main" val="3240257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46</a:t>
            </a:fld>
            <a:endParaRPr lang="en-US" altLang="en-US"/>
          </a:p>
        </p:txBody>
      </p:sp>
    </p:spTree>
    <p:extLst>
      <p:ext uri="{BB962C8B-B14F-4D97-AF65-F5344CB8AC3E}">
        <p14:creationId xmlns:p14="http://schemas.microsoft.com/office/powerpoint/2010/main" val="19684692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47</a:t>
            </a:fld>
            <a:endParaRPr lang="en-US" altLang="en-US"/>
          </a:p>
        </p:txBody>
      </p:sp>
    </p:spTree>
    <p:extLst>
      <p:ext uri="{BB962C8B-B14F-4D97-AF65-F5344CB8AC3E}">
        <p14:creationId xmlns:p14="http://schemas.microsoft.com/office/powerpoint/2010/main" val="4241793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48</a:t>
            </a:fld>
            <a:endParaRPr lang="en-US" altLang="en-US"/>
          </a:p>
        </p:txBody>
      </p:sp>
    </p:spTree>
    <p:extLst>
      <p:ext uri="{BB962C8B-B14F-4D97-AF65-F5344CB8AC3E}">
        <p14:creationId xmlns:p14="http://schemas.microsoft.com/office/powerpoint/2010/main" val="13439424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49</a:t>
            </a:fld>
            <a:endParaRPr lang="en-US" altLang="en-US"/>
          </a:p>
        </p:txBody>
      </p:sp>
    </p:spTree>
    <p:extLst>
      <p:ext uri="{BB962C8B-B14F-4D97-AF65-F5344CB8AC3E}">
        <p14:creationId xmlns:p14="http://schemas.microsoft.com/office/powerpoint/2010/main" val="29828785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50</a:t>
            </a:fld>
            <a:endParaRPr lang="en-US" altLang="en-US"/>
          </a:p>
        </p:txBody>
      </p:sp>
    </p:spTree>
    <p:extLst>
      <p:ext uri="{BB962C8B-B14F-4D97-AF65-F5344CB8AC3E}">
        <p14:creationId xmlns:p14="http://schemas.microsoft.com/office/powerpoint/2010/main" val="13197769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51</a:t>
            </a:fld>
            <a:endParaRPr lang="en-US" altLang="en-US"/>
          </a:p>
        </p:txBody>
      </p:sp>
    </p:spTree>
    <p:extLst>
      <p:ext uri="{BB962C8B-B14F-4D97-AF65-F5344CB8AC3E}">
        <p14:creationId xmlns:p14="http://schemas.microsoft.com/office/powerpoint/2010/main" val="18336706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52</a:t>
            </a:fld>
            <a:endParaRPr lang="en-US" altLang="en-US"/>
          </a:p>
        </p:txBody>
      </p:sp>
    </p:spTree>
    <p:extLst>
      <p:ext uri="{BB962C8B-B14F-4D97-AF65-F5344CB8AC3E}">
        <p14:creationId xmlns:p14="http://schemas.microsoft.com/office/powerpoint/2010/main" val="27312364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53</a:t>
            </a:fld>
            <a:endParaRPr lang="en-US" altLang="en-US"/>
          </a:p>
        </p:txBody>
      </p:sp>
    </p:spTree>
    <p:extLst>
      <p:ext uri="{BB962C8B-B14F-4D97-AF65-F5344CB8AC3E}">
        <p14:creationId xmlns:p14="http://schemas.microsoft.com/office/powerpoint/2010/main" val="36461139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54</a:t>
            </a:fld>
            <a:endParaRPr lang="en-US" altLang="en-US"/>
          </a:p>
        </p:txBody>
      </p:sp>
    </p:spTree>
    <p:extLst>
      <p:ext uri="{BB962C8B-B14F-4D97-AF65-F5344CB8AC3E}">
        <p14:creationId xmlns:p14="http://schemas.microsoft.com/office/powerpoint/2010/main" val="2733155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55</a:t>
            </a:fld>
            <a:endParaRPr lang="en-US" altLang="en-US"/>
          </a:p>
        </p:txBody>
      </p:sp>
    </p:spTree>
    <p:extLst>
      <p:ext uri="{BB962C8B-B14F-4D97-AF65-F5344CB8AC3E}">
        <p14:creationId xmlns:p14="http://schemas.microsoft.com/office/powerpoint/2010/main" val="18041767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C4C385-D53B-4BBA-95BF-55C7384F00E0}" type="slidenum">
              <a:rPr lang="en-US" altLang="en-US"/>
              <a:pPr/>
              <a:t>56</a:t>
            </a:fld>
            <a:endParaRPr lang="en-US" altLang="en-US"/>
          </a:p>
        </p:txBody>
      </p:sp>
    </p:spTree>
    <p:extLst>
      <p:ext uri="{BB962C8B-B14F-4D97-AF65-F5344CB8AC3E}">
        <p14:creationId xmlns:p14="http://schemas.microsoft.com/office/powerpoint/2010/main" val="1544093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2CB5BB9-C775-495C-9C51-7B7664F8D66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3113989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CB5BB9-C775-495C-9C51-7B7664F8D66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3864015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2CB5BB9-C775-495C-9C51-7B7664F8D66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3603785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2CB5BB9-C775-495C-9C51-7B7664F8D66C}"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785110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2CB5BB9-C775-495C-9C51-7B7664F8D66C}" type="datetimeFigureOut">
              <a:rPr lang="en-IN" smtClean="0"/>
              <a:t>28-05-2026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3179328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2CB5BB9-C775-495C-9C51-7B7664F8D66C}" type="datetimeFigureOut">
              <a:rPr lang="en-IN" smtClean="0"/>
              <a:t>28-05-2026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1510175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CB5BB9-C775-495C-9C51-7B7664F8D66C}" type="datetimeFigureOut">
              <a:rPr lang="en-IN" smtClean="0"/>
              <a:t>28-05-2026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527321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CB5BB9-C775-495C-9C51-7B7664F8D66C}"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1070238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CB5BB9-C775-495C-9C51-7B7664F8D66C}"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59460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CB5BB9-C775-495C-9C51-7B7664F8D66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3741766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CB5BB9-C775-495C-9C51-7B7664F8D66C}"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361957-F518-40AC-A5F8-FA574035BB89}" type="slidenum">
              <a:rPr lang="en-IN" smtClean="0"/>
              <a:t>‹#›</a:t>
            </a:fld>
            <a:endParaRPr lang="en-IN"/>
          </a:p>
        </p:txBody>
      </p:sp>
    </p:spTree>
    <p:extLst>
      <p:ext uri="{BB962C8B-B14F-4D97-AF65-F5344CB8AC3E}">
        <p14:creationId xmlns:p14="http://schemas.microsoft.com/office/powerpoint/2010/main" val="302386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B5BB9-C775-495C-9C51-7B7664F8D66C}" type="datetimeFigureOut">
              <a:rPr lang="en-IN" smtClean="0"/>
              <a:t>28-05-2026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361957-F518-40AC-A5F8-FA574035BB89}" type="slidenum">
              <a:rPr lang="en-IN" smtClean="0"/>
              <a:t>‹#›</a:t>
            </a:fld>
            <a:endParaRPr lang="en-IN"/>
          </a:p>
        </p:txBody>
      </p:sp>
    </p:spTree>
    <p:extLst>
      <p:ext uri="{BB962C8B-B14F-4D97-AF65-F5344CB8AC3E}">
        <p14:creationId xmlns:p14="http://schemas.microsoft.com/office/powerpoint/2010/main" val="3059513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AD9CCF7-C598-48AB-A0A5-1E5A8E4A2B6B}" type="slidenum">
              <a:rPr lang="en-US" altLang="en-US">
                <a:solidFill>
                  <a:srgbClr val="898989"/>
                </a:solidFill>
              </a:rPr>
              <a:pPr/>
              <a:t>1</a:t>
            </a:fld>
            <a:endParaRPr lang="en-US" altLang="en-US">
              <a:solidFill>
                <a:srgbClr val="898989"/>
              </a:solidFill>
            </a:endParaRPr>
          </a:p>
        </p:txBody>
      </p:sp>
    </p:spTree>
    <p:extLst>
      <p:ext uri="{BB962C8B-B14F-4D97-AF65-F5344CB8AC3E}">
        <p14:creationId xmlns:p14="http://schemas.microsoft.com/office/powerpoint/2010/main" val="30463334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86038"/>
            <a:ext cx="10515600" cy="1306512"/>
          </a:xfrm>
        </p:spPr>
        <p:txBody>
          <a:bodyPr rtlCol="0">
            <a:normAutofit/>
          </a:bodyPr>
          <a:lstStyle/>
          <a:p>
            <a:pPr algn="ctr" fontAlgn="auto">
              <a:spcAft>
                <a:spcPts val="0"/>
              </a:spcAft>
              <a:defRPr/>
            </a:pPr>
            <a:r>
              <a:rPr lang="en-IN" sz="7200" dirty="0"/>
              <a:t>Blood </a:t>
            </a:r>
            <a:r>
              <a:rPr lang="en-IN" sz="7200" dirty="0" smtClean="0"/>
              <a:t>Relations</a:t>
            </a:r>
            <a:endParaRPr lang="en-US" sz="7200" dirty="0"/>
          </a:p>
        </p:txBody>
      </p:sp>
    </p:spTree>
    <p:extLst>
      <p:ext uri="{BB962C8B-B14F-4D97-AF65-F5344CB8AC3E}">
        <p14:creationId xmlns:p14="http://schemas.microsoft.com/office/powerpoint/2010/main" val="40381071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smtClean="0"/>
              <a:t>Model - 1</a:t>
            </a:r>
            <a:endParaRPr lang="en-IN" dirty="0"/>
          </a:p>
        </p:txBody>
      </p:sp>
      <p:sp>
        <p:nvSpPr>
          <p:cNvPr id="24579" name="Content Placeholder 2"/>
          <p:cNvSpPr>
            <a:spLocks noGrp="1"/>
          </p:cNvSpPr>
          <p:nvPr>
            <p:ph idx="1"/>
          </p:nvPr>
        </p:nvSpPr>
        <p:spPr/>
        <p:txBody>
          <a:bodyPr/>
          <a:lstStyle/>
          <a:p>
            <a:pPr marL="0" indent="0">
              <a:buFont typeface="Arial" panose="020B0604020202020204" pitchFamily="34" charset="0"/>
              <a:buNone/>
            </a:pPr>
            <a:r>
              <a:rPr lang="en-US" altLang="en-US" smtClean="0"/>
              <a:t>1. M is brother of N, O is the father of M, P is a brother of Q, and Q is a daughter of N. Who is the uncle of P?</a:t>
            </a:r>
            <a:br>
              <a:rPr lang="en-US" altLang="en-US" smtClean="0"/>
            </a:br>
            <a:r>
              <a:rPr lang="en-US" altLang="en-US" smtClean="0"/>
              <a:t/>
            </a:r>
            <a:br>
              <a:rPr lang="en-US" altLang="en-US" smtClean="0"/>
            </a:br>
            <a:r>
              <a:rPr lang="en-US" altLang="en-US" smtClean="0"/>
              <a:t>a) M        b) O 		c) Q		d)None</a:t>
            </a:r>
            <a:br>
              <a:rPr lang="en-US" altLang="en-US" smtClean="0"/>
            </a:br>
            <a:endParaRPr lang="en-IN" altLang="en-US" smtClean="0"/>
          </a:p>
        </p:txBody>
      </p:sp>
    </p:spTree>
    <p:extLst>
      <p:ext uri="{BB962C8B-B14F-4D97-AF65-F5344CB8AC3E}">
        <p14:creationId xmlns:p14="http://schemas.microsoft.com/office/powerpoint/2010/main" val="26366444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- 1</a:t>
            </a:r>
            <a:endParaRPr lang="en-IN" dirty="0"/>
          </a:p>
        </p:txBody>
      </p:sp>
      <p:sp>
        <p:nvSpPr>
          <p:cNvPr id="3" name="Content Placeholder 2"/>
          <p:cNvSpPr>
            <a:spLocks noGrp="1"/>
          </p:cNvSpPr>
          <p:nvPr>
            <p:ph idx="1"/>
          </p:nvPr>
        </p:nvSpPr>
        <p:spPr/>
        <p:txBody>
          <a:bodyPr rtlCol="0">
            <a:normAutofit/>
          </a:bodyPr>
          <a:lstStyle/>
          <a:p>
            <a:pPr marL="0" indent="0" fontAlgn="auto">
              <a:spcAft>
                <a:spcPts val="0"/>
              </a:spcAft>
              <a:buFont typeface="Arial" panose="020B0604020202020204" pitchFamily="34" charset="0"/>
              <a:buNone/>
              <a:defRPr/>
            </a:pPr>
            <a:r>
              <a:rPr lang="en-US" dirty="0"/>
              <a:t>2. A is B's sister. C is B's mother. D is C's father. E is D's mother. Then, how is A related to D</a:t>
            </a:r>
            <a:r>
              <a:rPr lang="en-US" dirty="0" smtClean="0"/>
              <a:t>?</a:t>
            </a:r>
          </a:p>
          <a:p>
            <a:pPr marL="0" indent="0" fontAlgn="auto">
              <a:spcAft>
                <a:spcPts val="0"/>
              </a:spcAft>
              <a:buFont typeface="Arial" panose="020B0604020202020204" pitchFamily="34" charset="0"/>
              <a:buNone/>
              <a:defRPr/>
            </a:pPr>
            <a:endParaRPr lang="en-US" dirty="0"/>
          </a:p>
          <a:p>
            <a:pPr marL="514350" indent="-514350" fontAlgn="auto">
              <a:spcAft>
                <a:spcPts val="0"/>
              </a:spcAft>
              <a:buFont typeface="Arial" panose="020B0604020202020204" pitchFamily="34" charset="0"/>
              <a:buAutoNum type="alphaUcParenR"/>
              <a:defRPr/>
            </a:pPr>
            <a:r>
              <a:rPr lang="en-US" dirty="0" smtClean="0"/>
              <a:t>Grandfather</a:t>
            </a:r>
            <a:r>
              <a:rPr lang="en-US" dirty="0"/>
              <a:t>		         </a:t>
            </a:r>
            <a:endParaRPr lang="en-US" dirty="0" smtClean="0"/>
          </a:p>
          <a:p>
            <a:pPr marL="0" indent="0" fontAlgn="auto">
              <a:spcAft>
                <a:spcPts val="0"/>
              </a:spcAft>
              <a:buFont typeface="Arial" panose="020B0604020202020204" pitchFamily="34" charset="0"/>
              <a:buNone/>
              <a:defRPr/>
            </a:pPr>
            <a:r>
              <a:rPr lang="en-US" dirty="0" smtClean="0"/>
              <a:t>B</a:t>
            </a:r>
            <a:r>
              <a:rPr lang="en-US" dirty="0"/>
              <a:t>) </a:t>
            </a:r>
            <a:r>
              <a:rPr lang="en-US" dirty="0" smtClean="0"/>
              <a:t> Grandmother</a:t>
            </a:r>
            <a:r>
              <a:rPr lang="en-US" dirty="0"/>
              <a:t>		</a:t>
            </a:r>
            <a:endParaRPr lang="en-US" dirty="0" smtClean="0"/>
          </a:p>
          <a:p>
            <a:pPr marL="0" indent="0" fontAlgn="auto">
              <a:spcAft>
                <a:spcPts val="0"/>
              </a:spcAft>
              <a:buFont typeface="Arial" panose="020B0604020202020204" pitchFamily="34" charset="0"/>
              <a:buNone/>
              <a:defRPr/>
            </a:pPr>
            <a:r>
              <a:rPr lang="en-US" dirty="0" smtClean="0"/>
              <a:t>C</a:t>
            </a:r>
            <a:r>
              <a:rPr lang="en-US" dirty="0"/>
              <a:t>) </a:t>
            </a:r>
            <a:r>
              <a:rPr lang="en-US" dirty="0" smtClean="0"/>
              <a:t> Daughter</a:t>
            </a:r>
            <a:r>
              <a:rPr lang="en-US" dirty="0"/>
              <a:t>			</a:t>
            </a:r>
            <a:endParaRPr lang="en-US" dirty="0" smtClean="0"/>
          </a:p>
          <a:p>
            <a:pPr marL="0" indent="0" fontAlgn="auto">
              <a:spcAft>
                <a:spcPts val="0"/>
              </a:spcAft>
              <a:buFont typeface="Arial" panose="020B0604020202020204" pitchFamily="34" charset="0"/>
              <a:buNone/>
              <a:defRPr/>
            </a:pPr>
            <a:r>
              <a:rPr lang="en-US" dirty="0" smtClean="0"/>
              <a:t>D</a:t>
            </a:r>
            <a:r>
              <a:rPr lang="en-US" dirty="0"/>
              <a:t>) </a:t>
            </a:r>
            <a:r>
              <a:rPr lang="en-US" dirty="0" smtClean="0"/>
              <a:t> Granddaughter</a:t>
            </a:r>
            <a:endParaRPr lang="en-IN" dirty="0"/>
          </a:p>
        </p:txBody>
      </p:sp>
    </p:spTree>
    <p:extLst>
      <p:ext uri="{BB962C8B-B14F-4D97-AF65-F5344CB8AC3E}">
        <p14:creationId xmlns:p14="http://schemas.microsoft.com/office/powerpoint/2010/main" val="23488668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- 1</a:t>
            </a:r>
            <a:endParaRPr lang="en-IN" dirty="0"/>
          </a:p>
        </p:txBody>
      </p:sp>
      <p:sp>
        <p:nvSpPr>
          <p:cNvPr id="26627" name="Content Placeholder 2"/>
          <p:cNvSpPr>
            <a:spLocks noGrp="1"/>
          </p:cNvSpPr>
          <p:nvPr>
            <p:ph idx="1"/>
          </p:nvPr>
        </p:nvSpPr>
        <p:spPr/>
        <p:txBody>
          <a:bodyPr>
            <a:normAutofit lnSpcReduction="10000"/>
          </a:bodyPr>
          <a:lstStyle/>
          <a:p>
            <a:pPr marL="0" indent="0">
              <a:buFont typeface="Arial" panose="020B0604020202020204" pitchFamily="34" charset="0"/>
              <a:buNone/>
            </a:pPr>
            <a:r>
              <a:rPr lang="en-US" altLang="en-US" smtClean="0"/>
              <a:t>3. Sunita is daughter of Karan. Kanika, is the mother of Karan. Mita is the wife of Karan. Poonam &amp; Shruti are daughters of Karan.</a:t>
            </a:r>
            <a:br>
              <a:rPr lang="en-US" altLang="en-US" smtClean="0"/>
            </a:br>
            <a:endParaRPr lang="en-US" altLang="en-US" smtClean="0"/>
          </a:p>
          <a:p>
            <a:pPr marL="0" indent="0">
              <a:buFont typeface="Arial" panose="020B0604020202020204" pitchFamily="34" charset="0"/>
              <a:buNone/>
            </a:pPr>
            <a:r>
              <a:rPr lang="en-US" altLang="en-US" smtClean="0"/>
              <a:t>How is Shruti related to Karan?</a:t>
            </a:r>
            <a:br>
              <a:rPr lang="en-US" altLang="en-US" smtClean="0"/>
            </a:br>
            <a:endParaRPr lang="en-US" altLang="en-US" smtClean="0"/>
          </a:p>
          <a:p>
            <a:pPr marL="0" indent="0">
              <a:buFont typeface="Arial" panose="020B0604020202020204" pitchFamily="34" charset="0"/>
              <a:buNone/>
            </a:pPr>
            <a:r>
              <a:rPr lang="en-US" altLang="en-US" smtClean="0"/>
              <a:t>a. Mother</a:t>
            </a:r>
            <a:br>
              <a:rPr lang="en-US" altLang="en-US" smtClean="0"/>
            </a:br>
            <a:r>
              <a:rPr lang="en-US" altLang="en-US" smtClean="0"/>
              <a:t>b. Wife</a:t>
            </a:r>
            <a:br>
              <a:rPr lang="en-US" altLang="en-US" smtClean="0"/>
            </a:br>
            <a:r>
              <a:rPr lang="en-US" altLang="en-US" smtClean="0"/>
              <a:t>c. Daughter</a:t>
            </a:r>
            <a:br>
              <a:rPr lang="en-US" altLang="en-US" smtClean="0"/>
            </a:br>
            <a:r>
              <a:rPr lang="en-US" altLang="en-US" smtClean="0"/>
              <a:t>d. Niece</a:t>
            </a:r>
            <a:br>
              <a:rPr lang="en-US" altLang="en-US" smtClean="0"/>
            </a:br>
            <a:r>
              <a:rPr lang="en-US" altLang="en-US" smtClean="0"/>
              <a:t>e. None of these</a:t>
            </a:r>
            <a:br>
              <a:rPr lang="en-US" altLang="en-US" smtClean="0"/>
            </a:br>
            <a:endParaRPr lang="en-IN" altLang="en-US" smtClean="0"/>
          </a:p>
        </p:txBody>
      </p:sp>
    </p:spTree>
    <p:extLst>
      <p:ext uri="{BB962C8B-B14F-4D97-AF65-F5344CB8AC3E}">
        <p14:creationId xmlns:p14="http://schemas.microsoft.com/office/powerpoint/2010/main" val="29297543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- 1</a:t>
            </a:r>
            <a:endParaRPr lang="en-IN" dirty="0"/>
          </a:p>
        </p:txBody>
      </p:sp>
      <p:sp>
        <p:nvSpPr>
          <p:cNvPr id="27651" name="Content Placeholder 2"/>
          <p:cNvSpPr>
            <a:spLocks noGrp="1"/>
          </p:cNvSpPr>
          <p:nvPr>
            <p:ph idx="1"/>
          </p:nvPr>
        </p:nvSpPr>
        <p:spPr/>
        <p:txBody>
          <a:bodyPr/>
          <a:lstStyle/>
          <a:p>
            <a:pPr marL="0" indent="0">
              <a:buFont typeface="Arial" panose="020B0604020202020204" pitchFamily="34" charset="0"/>
              <a:buNone/>
            </a:pPr>
            <a:r>
              <a:rPr lang="en-US" altLang="en-US" smtClean="0"/>
              <a:t>4. Shobha is the niece of Ashish. Ashish's mother is Priya. Kamla is Priya's mother. Kamla's husband is Hari. Krishna is the mother-in-law of Hari. How is Shobha related to Hari ?  </a:t>
            </a:r>
          </a:p>
          <a:p>
            <a:pPr marL="0" indent="0">
              <a:buFont typeface="Arial" panose="020B0604020202020204" pitchFamily="34" charset="0"/>
              <a:buNone/>
            </a:pPr>
            <a:endParaRPr lang="en-US" altLang="en-US" smtClean="0"/>
          </a:p>
          <a:p>
            <a:pPr marL="0" indent="0">
              <a:buFont typeface="Arial" panose="020B0604020202020204" pitchFamily="34" charset="0"/>
              <a:buNone/>
            </a:pPr>
            <a:r>
              <a:rPr lang="en-US" altLang="en-US" smtClean="0"/>
              <a:t>A)Daughter 	           </a:t>
            </a:r>
          </a:p>
          <a:p>
            <a:pPr marL="0" indent="0">
              <a:buFont typeface="Arial" panose="020B0604020202020204" pitchFamily="34" charset="0"/>
              <a:buNone/>
            </a:pPr>
            <a:r>
              <a:rPr lang="en-US" altLang="en-US" smtClean="0"/>
              <a:t>B) Great Grand daughter 		</a:t>
            </a:r>
          </a:p>
          <a:p>
            <a:pPr marL="0" indent="0">
              <a:buFont typeface="Arial" panose="020B0604020202020204" pitchFamily="34" charset="0"/>
              <a:buNone/>
            </a:pPr>
            <a:r>
              <a:rPr lang="en-US" altLang="en-US" smtClean="0"/>
              <a:t>C) Grandniece 	</a:t>
            </a:r>
          </a:p>
          <a:p>
            <a:pPr marL="0" indent="0">
              <a:buFont typeface="Arial" panose="020B0604020202020204" pitchFamily="34" charset="0"/>
              <a:buNone/>
            </a:pPr>
            <a:r>
              <a:rPr lang="en-US" altLang="en-US" smtClean="0"/>
              <a:t>D) Great Grandson's daughter</a:t>
            </a:r>
            <a:endParaRPr lang="en-IN" altLang="en-US" smtClean="0"/>
          </a:p>
        </p:txBody>
      </p:sp>
    </p:spTree>
    <p:extLst>
      <p:ext uri="{BB962C8B-B14F-4D97-AF65-F5344CB8AC3E}">
        <p14:creationId xmlns:p14="http://schemas.microsoft.com/office/powerpoint/2010/main" val="40563349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- 1</a:t>
            </a:r>
            <a:endParaRPr lang="en-IN" dirty="0"/>
          </a:p>
        </p:txBody>
      </p:sp>
      <p:sp>
        <p:nvSpPr>
          <p:cNvPr id="28675" name="Content Placeholder 2"/>
          <p:cNvSpPr>
            <a:spLocks noGrp="1"/>
          </p:cNvSpPr>
          <p:nvPr>
            <p:ph idx="1"/>
          </p:nvPr>
        </p:nvSpPr>
        <p:spPr/>
        <p:txBody>
          <a:bodyPr>
            <a:normAutofit lnSpcReduction="10000"/>
          </a:bodyPr>
          <a:lstStyle/>
          <a:p>
            <a:pPr marL="0" indent="0">
              <a:buFont typeface="Arial" panose="020B0604020202020204" pitchFamily="34" charset="0"/>
              <a:buNone/>
            </a:pPr>
            <a:r>
              <a:rPr lang="en-US" altLang="en-US" smtClean="0"/>
              <a:t>5. Rajan is the brother of Sachin and Manick is the father of Rajan. Jagat is the brother of Priya and Priya is the daughter of Sachin. </a:t>
            </a:r>
            <a:br>
              <a:rPr lang="en-US" altLang="en-US" smtClean="0"/>
            </a:br>
            <a:r>
              <a:rPr lang="en-US" altLang="en-US" smtClean="0"/>
              <a:t/>
            </a:r>
            <a:br>
              <a:rPr lang="en-US" altLang="en-US" smtClean="0"/>
            </a:br>
            <a:r>
              <a:rPr lang="en-US" altLang="en-US" smtClean="0"/>
              <a:t>Who is the uncle of Jagat ?</a:t>
            </a:r>
          </a:p>
          <a:p>
            <a:pPr marL="0" indent="0">
              <a:buFont typeface="Arial" panose="020B0604020202020204" pitchFamily="34" charset="0"/>
              <a:buNone/>
            </a:pPr>
            <a:r>
              <a:rPr lang="en-US" altLang="en-US" smtClean="0"/>
              <a:t/>
            </a:r>
            <a:br>
              <a:rPr lang="en-US" altLang="en-US" smtClean="0"/>
            </a:br>
            <a:r>
              <a:rPr lang="en-US" altLang="en-US" smtClean="0"/>
              <a:t>A)Rajan 	</a:t>
            </a:r>
          </a:p>
          <a:p>
            <a:pPr marL="0" indent="0">
              <a:buFont typeface="Arial" panose="020B0604020202020204" pitchFamily="34" charset="0"/>
              <a:buNone/>
            </a:pPr>
            <a:r>
              <a:rPr lang="en-US" altLang="en-US" smtClean="0"/>
              <a:t>B) Sachin 	</a:t>
            </a:r>
          </a:p>
          <a:p>
            <a:pPr marL="0" indent="0">
              <a:buFont typeface="Arial" panose="020B0604020202020204" pitchFamily="34" charset="0"/>
              <a:buNone/>
            </a:pPr>
            <a:r>
              <a:rPr lang="en-US" altLang="en-US" smtClean="0"/>
              <a:t>C) Manick </a:t>
            </a:r>
          </a:p>
          <a:p>
            <a:pPr marL="0" indent="0">
              <a:buFont typeface="Arial" panose="020B0604020202020204" pitchFamily="34" charset="0"/>
              <a:buNone/>
            </a:pPr>
            <a:r>
              <a:rPr lang="en-US" altLang="en-US" smtClean="0"/>
              <a:t>D) None of these</a:t>
            </a:r>
            <a:br>
              <a:rPr lang="en-US" altLang="en-US" smtClean="0"/>
            </a:br>
            <a:endParaRPr lang="en-IN" altLang="en-US" smtClean="0"/>
          </a:p>
        </p:txBody>
      </p:sp>
    </p:spTree>
    <p:extLst>
      <p:ext uri="{BB962C8B-B14F-4D97-AF65-F5344CB8AC3E}">
        <p14:creationId xmlns:p14="http://schemas.microsoft.com/office/powerpoint/2010/main" val="1509428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- 1</a:t>
            </a:r>
            <a:endParaRPr lang="en-IN" dirty="0"/>
          </a:p>
        </p:txBody>
      </p:sp>
      <p:sp>
        <p:nvSpPr>
          <p:cNvPr id="3" name="Content Placeholder 2"/>
          <p:cNvSpPr>
            <a:spLocks noGrp="1"/>
          </p:cNvSpPr>
          <p:nvPr>
            <p:ph idx="1"/>
          </p:nvPr>
        </p:nvSpPr>
        <p:spPr/>
        <p:txBody>
          <a:bodyPr rtlCol="0">
            <a:normAutofit fontScale="92500" lnSpcReduction="20000"/>
          </a:bodyPr>
          <a:lstStyle/>
          <a:p>
            <a:pPr marL="0" indent="0" fontAlgn="auto">
              <a:spcAft>
                <a:spcPts val="0"/>
              </a:spcAft>
              <a:buFont typeface="Arial" panose="020B0604020202020204" pitchFamily="34" charset="0"/>
              <a:buNone/>
              <a:defRPr/>
            </a:pPr>
            <a:r>
              <a:rPr lang="en-US" dirty="0"/>
              <a:t>6. (</a:t>
            </a:r>
            <a:r>
              <a:rPr lang="en-US" dirty="0" err="1"/>
              <a:t>i</a:t>
            </a:r>
            <a:r>
              <a:rPr lang="en-US" dirty="0"/>
              <a:t>) In a family of six persons A, B, C, D, E and F, there are two married couples. </a:t>
            </a:r>
            <a:br>
              <a:rPr lang="en-US" dirty="0"/>
            </a:br>
            <a:r>
              <a:rPr lang="en-US" dirty="0"/>
              <a:t>(ii) D is grandmother of A and mother of B. </a:t>
            </a:r>
            <a:br>
              <a:rPr lang="en-US" dirty="0"/>
            </a:br>
            <a:r>
              <a:rPr lang="en-US" dirty="0"/>
              <a:t>(iii) C is wife of B and mother of F. </a:t>
            </a:r>
            <a:br>
              <a:rPr lang="en-US" dirty="0"/>
            </a:br>
            <a:r>
              <a:rPr lang="en-US" dirty="0"/>
              <a:t>(iv) F is the grand daughter of E.  </a:t>
            </a:r>
            <a:br>
              <a:rPr lang="en-US" dirty="0"/>
            </a:br>
            <a:r>
              <a:rPr lang="en-US" dirty="0"/>
              <a:t/>
            </a:r>
            <a:br>
              <a:rPr lang="en-US" dirty="0"/>
            </a:br>
            <a:r>
              <a:rPr lang="en-US" dirty="0"/>
              <a:t>Who among the following is one of the couples ? </a:t>
            </a:r>
            <a:br>
              <a:rPr lang="en-US" dirty="0"/>
            </a:br>
            <a:r>
              <a:rPr lang="en-US" dirty="0"/>
              <a:t>A) CD 		</a:t>
            </a:r>
            <a:endParaRPr lang="en-US" dirty="0" smtClean="0"/>
          </a:p>
          <a:p>
            <a:pPr marL="0" indent="0" fontAlgn="auto">
              <a:spcAft>
                <a:spcPts val="0"/>
              </a:spcAft>
              <a:buFont typeface="Arial" panose="020B0604020202020204" pitchFamily="34" charset="0"/>
              <a:buNone/>
              <a:defRPr/>
            </a:pPr>
            <a:r>
              <a:rPr lang="en-US" dirty="0" smtClean="0"/>
              <a:t>B</a:t>
            </a:r>
            <a:r>
              <a:rPr lang="en-US" dirty="0"/>
              <a:t>) DE 		</a:t>
            </a:r>
            <a:endParaRPr lang="en-US" dirty="0" smtClean="0"/>
          </a:p>
          <a:p>
            <a:pPr marL="0" indent="0" fontAlgn="auto">
              <a:spcAft>
                <a:spcPts val="0"/>
              </a:spcAft>
              <a:buFont typeface="Arial" panose="020B0604020202020204" pitchFamily="34" charset="0"/>
              <a:buNone/>
              <a:defRPr/>
            </a:pPr>
            <a:r>
              <a:rPr lang="en-US" dirty="0" smtClean="0"/>
              <a:t>C</a:t>
            </a:r>
            <a:r>
              <a:rPr lang="en-US" dirty="0"/>
              <a:t>) EB </a:t>
            </a:r>
            <a:br>
              <a:rPr lang="en-US" dirty="0"/>
            </a:br>
            <a:r>
              <a:rPr lang="en-US" dirty="0"/>
              <a:t>D) none of these</a:t>
            </a:r>
            <a:br>
              <a:rPr lang="en-US" dirty="0"/>
            </a:br>
            <a:r>
              <a:rPr lang="en-US" dirty="0"/>
              <a:t/>
            </a:r>
            <a:br>
              <a:rPr lang="en-US" dirty="0"/>
            </a:br>
            <a:endParaRPr lang="en-IN" dirty="0"/>
          </a:p>
        </p:txBody>
      </p:sp>
    </p:spTree>
    <p:extLst>
      <p:ext uri="{BB962C8B-B14F-4D97-AF65-F5344CB8AC3E}">
        <p14:creationId xmlns:p14="http://schemas.microsoft.com/office/powerpoint/2010/main" val="11059913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- 1</a:t>
            </a:r>
            <a:endParaRPr lang="en-IN" dirty="0"/>
          </a:p>
        </p:txBody>
      </p:sp>
      <p:sp>
        <p:nvSpPr>
          <p:cNvPr id="3" name="Content Placeholder 2"/>
          <p:cNvSpPr>
            <a:spLocks noGrp="1"/>
          </p:cNvSpPr>
          <p:nvPr>
            <p:ph idx="1"/>
          </p:nvPr>
        </p:nvSpPr>
        <p:spPr/>
        <p:txBody>
          <a:bodyPr rtlCol="0">
            <a:normAutofit fontScale="92500" lnSpcReduction="10000"/>
          </a:bodyPr>
          <a:lstStyle/>
          <a:p>
            <a:pPr marL="0" indent="0" fontAlgn="auto">
              <a:spcAft>
                <a:spcPts val="0"/>
              </a:spcAft>
              <a:buFont typeface="Arial" panose="020B0604020202020204" pitchFamily="34" charset="0"/>
              <a:buNone/>
              <a:defRPr/>
            </a:pPr>
            <a:r>
              <a:rPr lang="en-US" dirty="0"/>
              <a:t>7)6 persons are there namely: A1, A2, A3, A4, A5, A6</a:t>
            </a:r>
            <a:br>
              <a:rPr lang="en-US" dirty="0"/>
            </a:br>
            <a:r>
              <a:rPr lang="en-US" dirty="0" err="1"/>
              <a:t>A6</a:t>
            </a:r>
            <a:r>
              <a:rPr lang="en-US" dirty="0"/>
              <a:t> is the sister of A3</a:t>
            </a:r>
            <a:br>
              <a:rPr lang="en-US" dirty="0"/>
            </a:br>
            <a:r>
              <a:rPr lang="en-US" dirty="0"/>
              <a:t>A2 is the brother of A5’s husband.</a:t>
            </a:r>
            <a:br>
              <a:rPr lang="en-US" dirty="0"/>
            </a:br>
            <a:r>
              <a:rPr lang="en-US" dirty="0"/>
              <a:t>A4 is the father of A1 and grandfather of A6</a:t>
            </a:r>
            <a:br>
              <a:rPr lang="en-US" dirty="0"/>
            </a:br>
            <a:r>
              <a:rPr lang="en-US" dirty="0"/>
              <a:t>A5 is the daughter-in-law of A4</a:t>
            </a:r>
            <a:br>
              <a:rPr lang="en-US" dirty="0"/>
            </a:br>
            <a:r>
              <a:rPr lang="en-US" dirty="0"/>
              <a:t>There will be 2 fathers, 1 mother and 3 brothers in family.</a:t>
            </a:r>
            <a:br>
              <a:rPr lang="en-US" dirty="0"/>
            </a:br>
            <a:r>
              <a:rPr lang="en-US" dirty="0"/>
              <a:t>Who is the husband of A5?</a:t>
            </a:r>
            <a:br>
              <a:rPr lang="en-US" dirty="0"/>
            </a:br>
            <a:r>
              <a:rPr lang="en-US" dirty="0"/>
              <a:t>a. A2</a:t>
            </a:r>
            <a:br>
              <a:rPr lang="en-US" dirty="0"/>
            </a:br>
            <a:r>
              <a:rPr lang="en-US" dirty="0"/>
              <a:t>b. A3</a:t>
            </a:r>
            <a:br>
              <a:rPr lang="en-US" dirty="0"/>
            </a:br>
            <a:r>
              <a:rPr lang="en-US" dirty="0"/>
              <a:t>c. A1</a:t>
            </a:r>
            <a:br>
              <a:rPr lang="en-US" dirty="0"/>
            </a:br>
            <a:r>
              <a:rPr lang="en-US" dirty="0"/>
              <a:t>d. A4</a:t>
            </a:r>
            <a:br>
              <a:rPr lang="en-US" dirty="0"/>
            </a:br>
            <a:r>
              <a:rPr lang="en-US" dirty="0"/>
              <a:t>e. None of these</a:t>
            </a:r>
            <a:br>
              <a:rPr lang="en-US" dirty="0"/>
            </a:br>
            <a:endParaRPr lang="en-IN" dirty="0"/>
          </a:p>
        </p:txBody>
      </p:sp>
    </p:spTree>
    <p:extLst>
      <p:ext uri="{BB962C8B-B14F-4D97-AF65-F5344CB8AC3E}">
        <p14:creationId xmlns:p14="http://schemas.microsoft.com/office/powerpoint/2010/main" val="27665019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- 1</a:t>
            </a:r>
            <a:endParaRPr lang="en-IN" dirty="0"/>
          </a:p>
        </p:txBody>
      </p:sp>
      <p:sp>
        <p:nvSpPr>
          <p:cNvPr id="32771" name="Content Placeholder 2"/>
          <p:cNvSpPr>
            <a:spLocks noGrp="1"/>
          </p:cNvSpPr>
          <p:nvPr>
            <p:ph idx="1"/>
          </p:nvPr>
        </p:nvSpPr>
        <p:spPr/>
        <p:txBody>
          <a:bodyPr>
            <a:normAutofit lnSpcReduction="10000"/>
          </a:bodyPr>
          <a:lstStyle/>
          <a:p>
            <a:pPr marL="0" indent="0">
              <a:buFont typeface="Arial" panose="020B0604020202020204" pitchFamily="34" charset="0"/>
              <a:buNone/>
            </a:pPr>
            <a:r>
              <a:rPr lang="en-US" altLang="en-US" smtClean="0"/>
              <a:t>8)6 persons are there namely: A1, A2, A3, A4, A5, A6</a:t>
            </a:r>
            <a:br>
              <a:rPr lang="en-US" altLang="en-US" smtClean="0"/>
            </a:br>
            <a:r>
              <a:rPr lang="en-US" altLang="en-US" smtClean="0"/>
              <a:t>A6 is the sister of A3</a:t>
            </a:r>
            <a:br>
              <a:rPr lang="en-US" altLang="en-US" smtClean="0"/>
            </a:br>
            <a:r>
              <a:rPr lang="en-US" altLang="en-US" smtClean="0"/>
              <a:t>A2 is the brother of A5’s husband.</a:t>
            </a:r>
            <a:br>
              <a:rPr lang="en-US" altLang="en-US" smtClean="0"/>
            </a:br>
            <a:r>
              <a:rPr lang="en-US" altLang="en-US" smtClean="0"/>
              <a:t>A4 is the father of A1 and grandfather of A6</a:t>
            </a:r>
            <a:br>
              <a:rPr lang="en-US" altLang="en-US" smtClean="0"/>
            </a:br>
            <a:r>
              <a:rPr lang="en-US" altLang="en-US" smtClean="0"/>
              <a:t>A5 is the daughter-in-law of A4</a:t>
            </a:r>
            <a:br>
              <a:rPr lang="en-US" altLang="en-US" smtClean="0"/>
            </a:br>
            <a:r>
              <a:rPr lang="en-US" altLang="en-US" smtClean="0"/>
              <a:t>There will be 2 fathers, 1 mother and 3 brothers in family.</a:t>
            </a:r>
            <a:br>
              <a:rPr lang="en-US" altLang="en-US" smtClean="0"/>
            </a:br>
            <a:r>
              <a:rPr lang="en-US" altLang="en-US" smtClean="0"/>
              <a:t>Who is the husband of A5?</a:t>
            </a:r>
            <a:br>
              <a:rPr lang="en-US" altLang="en-US" smtClean="0"/>
            </a:br>
            <a:r>
              <a:rPr lang="en-US" altLang="en-US" smtClean="0"/>
              <a:t>a. A2</a:t>
            </a:r>
            <a:br>
              <a:rPr lang="en-US" altLang="en-US" smtClean="0"/>
            </a:br>
            <a:r>
              <a:rPr lang="en-US" altLang="en-US" smtClean="0"/>
              <a:t>b. A3</a:t>
            </a:r>
            <a:br>
              <a:rPr lang="en-US" altLang="en-US" smtClean="0"/>
            </a:br>
            <a:r>
              <a:rPr lang="en-US" altLang="en-US" smtClean="0"/>
              <a:t>c. A1</a:t>
            </a:r>
            <a:br>
              <a:rPr lang="en-US" altLang="en-US" smtClean="0"/>
            </a:br>
            <a:r>
              <a:rPr lang="en-US" altLang="en-US" smtClean="0"/>
              <a:t>d. A4</a:t>
            </a:r>
            <a:br>
              <a:rPr lang="en-US" altLang="en-US" smtClean="0"/>
            </a:br>
            <a:r>
              <a:rPr lang="en-US" altLang="en-US" smtClean="0"/>
              <a:t>e. None of these</a:t>
            </a:r>
            <a:endParaRPr lang="en-IN" altLang="en-US" smtClean="0"/>
          </a:p>
        </p:txBody>
      </p:sp>
    </p:spTree>
    <p:extLst>
      <p:ext uri="{BB962C8B-B14F-4D97-AF65-F5344CB8AC3E}">
        <p14:creationId xmlns:p14="http://schemas.microsoft.com/office/powerpoint/2010/main" val="39736802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35843" name="Content Placeholder 2"/>
          <p:cNvSpPr>
            <a:spLocks noGrp="1"/>
          </p:cNvSpPr>
          <p:nvPr>
            <p:ph idx="1"/>
          </p:nvPr>
        </p:nvSpPr>
        <p:spPr/>
        <p:txBody>
          <a:bodyPr/>
          <a:lstStyle/>
          <a:p>
            <a:pPr marL="0" indent="0">
              <a:buFont typeface="Arial" panose="020B0604020202020204" pitchFamily="34" charset="0"/>
              <a:buNone/>
            </a:pPr>
            <a:r>
              <a:rPr lang="en-US" altLang="en-US" smtClean="0"/>
              <a:t>9. Pointing to a photograph Rajan said, “He is the father of my mother’s only daughter”. How is Rajan related to the man in the photograph?</a:t>
            </a:r>
            <a:br>
              <a:rPr lang="en-US" altLang="en-US" smtClean="0"/>
            </a:br>
            <a:r>
              <a:rPr lang="en-US" altLang="en-US" smtClean="0"/>
              <a:t/>
            </a:r>
            <a:br>
              <a:rPr lang="en-US" altLang="en-US" smtClean="0"/>
            </a:br>
            <a:r>
              <a:rPr lang="en-US" altLang="en-US" smtClean="0"/>
              <a:t>A) Grandfather		</a:t>
            </a:r>
          </a:p>
          <a:p>
            <a:pPr marL="0" indent="0">
              <a:buFont typeface="Arial" panose="020B0604020202020204" pitchFamily="34" charset="0"/>
              <a:buNone/>
            </a:pPr>
            <a:r>
              <a:rPr lang="en-US" altLang="en-US" smtClean="0"/>
              <a:t>B) Grandmother		</a:t>
            </a:r>
          </a:p>
          <a:p>
            <a:pPr marL="0" indent="0">
              <a:buFont typeface="Arial" panose="020B0604020202020204" pitchFamily="34" charset="0"/>
              <a:buNone/>
            </a:pPr>
            <a:r>
              <a:rPr lang="en-US" altLang="en-US" smtClean="0"/>
              <a:t>C) Son		</a:t>
            </a:r>
          </a:p>
          <a:p>
            <a:pPr marL="0" indent="0">
              <a:buFont typeface="Arial" panose="020B0604020202020204" pitchFamily="34" charset="0"/>
              <a:buNone/>
            </a:pPr>
            <a:r>
              <a:rPr lang="en-US" altLang="en-US" smtClean="0"/>
              <a:t>D) Father</a:t>
            </a:r>
            <a:endParaRPr lang="en-IN" altLang="en-US" smtClean="0"/>
          </a:p>
        </p:txBody>
      </p:sp>
    </p:spTree>
    <p:extLst>
      <p:ext uri="{BB962C8B-B14F-4D97-AF65-F5344CB8AC3E}">
        <p14:creationId xmlns:p14="http://schemas.microsoft.com/office/powerpoint/2010/main" val="21176642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36867" name="Content Placeholder 2"/>
          <p:cNvSpPr>
            <a:spLocks noGrp="1"/>
          </p:cNvSpPr>
          <p:nvPr>
            <p:ph idx="1"/>
          </p:nvPr>
        </p:nvSpPr>
        <p:spPr/>
        <p:txBody>
          <a:bodyPr/>
          <a:lstStyle/>
          <a:p>
            <a:pPr marL="0" indent="0">
              <a:buFont typeface="Arial" panose="020B0604020202020204" pitchFamily="34" charset="0"/>
              <a:buNone/>
            </a:pPr>
            <a:r>
              <a:rPr lang="en-US" altLang="en-US" smtClean="0"/>
              <a:t>10. Pointing to Kiran, Aarti said, “Her sister’s only brother is my Nephew. How is Aarti related to Kiran?</a:t>
            </a:r>
            <a:br>
              <a:rPr lang="en-US" altLang="en-US" smtClean="0"/>
            </a:br>
            <a:r>
              <a:rPr lang="en-US" altLang="en-US" smtClean="0"/>
              <a:t/>
            </a:r>
            <a:br>
              <a:rPr lang="en-US" altLang="en-US" smtClean="0"/>
            </a:br>
            <a:r>
              <a:rPr lang="en-US" altLang="en-US" smtClean="0"/>
              <a:t>A) Grandfather		           </a:t>
            </a:r>
          </a:p>
          <a:p>
            <a:pPr marL="0" indent="0">
              <a:buFont typeface="Arial" panose="020B0604020202020204" pitchFamily="34" charset="0"/>
              <a:buNone/>
            </a:pPr>
            <a:r>
              <a:rPr lang="en-US" altLang="en-US" smtClean="0"/>
              <a:t>B) Grandmother		</a:t>
            </a:r>
          </a:p>
          <a:p>
            <a:pPr marL="0" indent="0">
              <a:buFont typeface="Arial" panose="020B0604020202020204" pitchFamily="34" charset="0"/>
              <a:buNone/>
            </a:pPr>
            <a:r>
              <a:rPr lang="en-US" altLang="en-US" smtClean="0"/>
              <a:t>C) Daughter		           </a:t>
            </a:r>
          </a:p>
          <a:p>
            <a:pPr marL="0" indent="0">
              <a:buFont typeface="Arial" panose="020B0604020202020204" pitchFamily="34" charset="0"/>
              <a:buNone/>
            </a:pPr>
            <a:r>
              <a:rPr lang="en-US" altLang="en-US" smtClean="0"/>
              <a:t>D) Aunt</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12094432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37891" name="Content Placeholder 2"/>
          <p:cNvSpPr>
            <a:spLocks noGrp="1"/>
          </p:cNvSpPr>
          <p:nvPr>
            <p:ph idx="1"/>
          </p:nvPr>
        </p:nvSpPr>
        <p:spPr/>
        <p:txBody>
          <a:bodyPr/>
          <a:lstStyle/>
          <a:p>
            <a:pPr marL="0" indent="0">
              <a:buFont typeface="Arial" panose="020B0604020202020204" pitchFamily="34" charset="0"/>
              <a:buNone/>
            </a:pPr>
            <a:r>
              <a:rPr lang="en-US" altLang="en-US" smtClean="0"/>
              <a:t>11.  Pointing out to a lady, a girl said, "She is the daughter-in-law of the grandmother of my father's only son." How is the lady related to the girl ?</a:t>
            </a:r>
            <a:br>
              <a:rPr lang="en-US" altLang="en-US" smtClean="0"/>
            </a:br>
            <a:r>
              <a:rPr lang="en-US" altLang="en-US" smtClean="0"/>
              <a:t/>
            </a:r>
            <a:br>
              <a:rPr lang="en-US" altLang="en-US" smtClean="0"/>
            </a:br>
            <a:r>
              <a:rPr lang="en-US" altLang="en-US" smtClean="0"/>
              <a:t>A) Sister-in-law    </a:t>
            </a:r>
          </a:p>
          <a:p>
            <a:pPr marL="0" indent="0">
              <a:buFont typeface="Arial" panose="020B0604020202020204" pitchFamily="34" charset="0"/>
              <a:buNone/>
            </a:pPr>
            <a:r>
              <a:rPr lang="en-US" altLang="en-US" smtClean="0"/>
              <a:t>B) Mother</a:t>
            </a:r>
          </a:p>
          <a:p>
            <a:pPr marL="0" indent="0">
              <a:buFont typeface="Arial" panose="020B0604020202020204" pitchFamily="34" charset="0"/>
              <a:buNone/>
            </a:pPr>
            <a:r>
              <a:rPr lang="en-US" altLang="en-US" smtClean="0"/>
              <a:t>C) Aunt		     </a:t>
            </a:r>
          </a:p>
          <a:p>
            <a:pPr marL="0" indent="0">
              <a:buFont typeface="Arial" panose="020B0604020202020204" pitchFamily="34" charset="0"/>
              <a:buNone/>
            </a:pPr>
            <a:r>
              <a:rPr lang="en-US" altLang="en-US" smtClean="0"/>
              <a:t>D) Can't be determined</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14043245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38915" name="Content Placeholder 2"/>
          <p:cNvSpPr>
            <a:spLocks noGrp="1"/>
          </p:cNvSpPr>
          <p:nvPr>
            <p:ph idx="1"/>
          </p:nvPr>
        </p:nvSpPr>
        <p:spPr/>
        <p:txBody>
          <a:bodyPr/>
          <a:lstStyle/>
          <a:p>
            <a:pPr marL="0" indent="0">
              <a:buFont typeface="Arial" panose="020B0604020202020204" pitchFamily="34" charset="0"/>
              <a:buNone/>
            </a:pPr>
            <a:r>
              <a:rPr lang="en-US" altLang="en-US" smtClean="0"/>
              <a:t>12. Pointing to a lady, a man said, "The son of her only brother is the brother of my wife." How is the lady related to the man ? </a:t>
            </a:r>
            <a:br>
              <a:rPr lang="en-US" altLang="en-US" smtClean="0"/>
            </a:br>
            <a:r>
              <a:rPr lang="en-US" altLang="en-US" smtClean="0"/>
              <a:t/>
            </a:r>
            <a:br>
              <a:rPr lang="en-US" altLang="en-US" smtClean="0"/>
            </a:br>
            <a:r>
              <a:rPr lang="en-US" altLang="en-US" smtClean="0"/>
              <a:t>A)Mother's sister       </a:t>
            </a:r>
          </a:p>
          <a:p>
            <a:pPr marL="0" indent="0">
              <a:buFont typeface="Arial" panose="020B0604020202020204" pitchFamily="34" charset="0"/>
              <a:buNone/>
            </a:pPr>
            <a:r>
              <a:rPr lang="en-US" altLang="en-US" smtClean="0"/>
              <a:t>B) Grandmother		</a:t>
            </a:r>
          </a:p>
          <a:p>
            <a:pPr marL="0" indent="0">
              <a:buFont typeface="Arial" panose="020B0604020202020204" pitchFamily="34" charset="0"/>
              <a:buNone/>
            </a:pPr>
            <a:r>
              <a:rPr lang="en-US" altLang="en-US" smtClean="0"/>
              <a:t>C) Mother-in-law       </a:t>
            </a:r>
          </a:p>
          <a:p>
            <a:pPr marL="0" indent="0">
              <a:buFont typeface="Arial" panose="020B0604020202020204" pitchFamily="34" charset="0"/>
              <a:buNone/>
            </a:pPr>
            <a:r>
              <a:rPr lang="en-US" altLang="en-US" smtClean="0"/>
              <a:t>D) Sister of father-in-law</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35953266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39939" name="Content Placeholder 2"/>
          <p:cNvSpPr>
            <a:spLocks noGrp="1"/>
          </p:cNvSpPr>
          <p:nvPr>
            <p:ph idx="1"/>
          </p:nvPr>
        </p:nvSpPr>
        <p:spPr/>
        <p:txBody>
          <a:bodyPr/>
          <a:lstStyle/>
          <a:p>
            <a:pPr marL="0" indent="0">
              <a:buFont typeface="Arial" panose="020B0604020202020204" pitchFamily="34" charset="0"/>
              <a:buNone/>
            </a:pPr>
            <a:r>
              <a:rPr lang="en-US" altLang="en-US" smtClean="0"/>
              <a:t>13. Introducing a man, a woman said, 'He is the only son of my mother's mother." How is the woman related to the man ?</a:t>
            </a:r>
            <a:br>
              <a:rPr lang="en-US" altLang="en-US" smtClean="0"/>
            </a:br>
            <a:r>
              <a:rPr lang="en-US" altLang="en-US" smtClean="0"/>
              <a:t/>
            </a:r>
            <a:br>
              <a:rPr lang="en-US" altLang="en-US" smtClean="0"/>
            </a:br>
            <a:r>
              <a:rPr lang="en-US" altLang="en-US" smtClean="0"/>
              <a:t>A) Mother		</a:t>
            </a:r>
          </a:p>
          <a:p>
            <a:pPr marL="0" indent="0">
              <a:buFont typeface="Arial" panose="020B0604020202020204" pitchFamily="34" charset="0"/>
              <a:buNone/>
            </a:pPr>
            <a:r>
              <a:rPr lang="en-US" altLang="en-US" smtClean="0"/>
              <a:t>B) Aunt		</a:t>
            </a:r>
          </a:p>
          <a:p>
            <a:pPr marL="0" indent="0">
              <a:buFont typeface="Arial" panose="020B0604020202020204" pitchFamily="34" charset="0"/>
              <a:buNone/>
            </a:pPr>
            <a:r>
              <a:rPr lang="en-US" altLang="en-US" smtClean="0"/>
              <a:t>C) Sister</a:t>
            </a:r>
          </a:p>
          <a:p>
            <a:pPr marL="0" indent="0">
              <a:buFont typeface="Arial" panose="020B0604020202020204" pitchFamily="34" charset="0"/>
              <a:buNone/>
            </a:pPr>
            <a:r>
              <a:rPr lang="en-US" altLang="en-US" smtClean="0"/>
              <a:t>D) Niece</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34139625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40963" name="Content Placeholder 2"/>
          <p:cNvSpPr>
            <a:spLocks noGrp="1"/>
          </p:cNvSpPr>
          <p:nvPr>
            <p:ph idx="1"/>
          </p:nvPr>
        </p:nvSpPr>
        <p:spPr/>
        <p:txBody>
          <a:bodyPr/>
          <a:lstStyle/>
          <a:p>
            <a:pPr marL="0" indent="0">
              <a:buFont typeface="Arial" panose="020B0604020202020204" pitchFamily="34" charset="0"/>
              <a:buNone/>
            </a:pPr>
            <a:r>
              <a:rPr lang="en-US" altLang="en-US" smtClean="0"/>
              <a:t>14. Pointing to a photograph Rajan said, “He is the father of my mother’s only daughter”. How is Rajan related to the man in the photograph?</a:t>
            </a:r>
            <a:br>
              <a:rPr lang="en-US" altLang="en-US" smtClean="0"/>
            </a:br>
            <a:r>
              <a:rPr lang="en-US" altLang="en-US" smtClean="0"/>
              <a:t/>
            </a:r>
            <a:br>
              <a:rPr lang="en-US" altLang="en-US" smtClean="0"/>
            </a:br>
            <a:r>
              <a:rPr lang="en-US" altLang="en-US" smtClean="0"/>
              <a:t>A) Son</a:t>
            </a:r>
            <a:br>
              <a:rPr lang="en-US" altLang="en-US" smtClean="0"/>
            </a:br>
            <a:r>
              <a:rPr lang="en-US" altLang="en-US" smtClean="0"/>
              <a:t>B) Father</a:t>
            </a:r>
            <a:br>
              <a:rPr lang="en-US" altLang="en-US" smtClean="0"/>
            </a:br>
            <a:r>
              <a:rPr lang="en-US" altLang="en-US" smtClean="0"/>
              <a:t>C) Brother</a:t>
            </a:r>
            <a:br>
              <a:rPr lang="en-US" altLang="en-US" smtClean="0"/>
            </a:br>
            <a:r>
              <a:rPr lang="en-US" altLang="en-US" smtClean="0"/>
              <a:t>D) None</a:t>
            </a:r>
            <a:br>
              <a:rPr lang="en-US" altLang="en-US" smtClean="0"/>
            </a:br>
            <a:endParaRPr lang="en-IN" altLang="en-US" smtClean="0"/>
          </a:p>
        </p:txBody>
      </p:sp>
    </p:spTree>
    <p:extLst>
      <p:ext uri="{BB962C8B-B14F-4D97-AF65-F5344CB8AC3E}">
        <p14:creationId xmlns:p14="http://schemas.microsoft.com/office/powerpoint/2010/main" val="701201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41987" name="Content Placeholder 2"/>
          <p:cNvSpPr>
            <a:spLocks noGrp="1"/>
          </p:cNvSpPr>
          <p:nvPr>
            <p:ph idx="1"/>
          </p:nvPr>
        </p:nvSpPr>
        <p:spPr/>
        <p:txBody>
          <a:bodyPr>
            <a:normAutofit lnSpcReduction="10000"/>
          </a:bodyPr>
          <a:lstStyle/>
          <a:p>
            <a:pPr marL="0" indent="0">
              <a:buFont typeface="Arial" panose="020B0604020202020204" pitchFamily="34" charset="0"/>
              <a:buNone/>
            </a:pPr>
            <a:r>
              <a:rPr lang="en-US" altLang="en-US" smtClean="0"/>
              <a:t>15. Pointing to a photograph, a lady tells Pramod, "I am the only daughter of this lady and her son is your maternal uncle." How is the speaker related to Pramod's father  </a:t>
            </a:r>
          </a:p>
          <a:p>
            <a:pPr marL="0" indent="0">
              <a:buFont typeface="Arial" panose="020B0604020202020204" pitchFamily="34" charset="0"/>
              <a:buNone/>
            </a:pPr>
            <a:r>
              <a:rPr lang="en-US" altLang="en-US" smtClean="0"/>
              <a:t/>
            </a:r>
            <a:br>
              <a:rPr lang="en-US" altLang="en-US" smtClean="0"/>
            </a:br>
            <a:r>
              <a:rPr lang="en-US" altLang="en-US" smtClean="0"/>
              <a:t>A)Sister-in-law		 </a:t>
            </a:r>
          </a:p>
          <a:p>
            <a:pPr marL="0" indent="0">
              <a:buFont typeface="Arial" panose="020B0604020202020204" pitchFamily="34" charset="0"/>
              <a:buNone/>
            </a:pPr>
            <a:r>
              <a:rPr lang="en-US" altLang="en-US" smtClean="0"/>
              <a:t>B) Wife 	</a:t>
            </a:r>
          </a:p>
          <a:p>
            <a:pPr marL="0" indent="0">
              <a:buFont typeface="Arial" panose="020B0604020202020204" pitchFamily="34" charset="0"/>
              <a:buNone/>
            </a:pPr>
            <a:r>
              <a:rPr lang="en-US" altLang="en-US" smtClean="0"/>
              <a:t>C) Either (a) or (b)	 </a:t>
            </a:r>
          </a:p>
          <a:p>
            <a:pPr marL="0" indent="0">
              <a:buFont typeface="Arial" panose="020B0604020202020204" pitchFamily="34" charset="0"/>
              <a:buNone/>
            </a:pPr>
            <a:r>
              <a:rPr lang="en-US" altLang="en-US" smtClean="0"/>
              <a:t>D) Neither (a) nor (b)</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24067357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43011" name="Content Placeholder 2"/>
          <p:cNvSpPr>
            <a:spLocks noGrp="1"/>
          </p:cNvSpPr>
          <p:nvPr>
            <p:ph idx="1"/>
          </p:nvPr>
        </p:nvSpPr>
        <p:spPr/>
        <p:txBody>
          <a:bodyPr/>
          <a:lstStyle/>
          <a:p>
            <a:pPr marL="0" indent="0">
              <a:buFont typeface="Arial" panose="020B0604020202020204" pitchFamily="34" charset="0"/>
              <a:buNone/>
            </a:pPr>
            <a:r>
              <a:rPr lang="en-US" altLang="en-US" smtClean="0"/>
              <a:t>16.Pointing to a photograph, a woman says, "This man's son's sister is my mother-in-law." How is the woman's husband related to the man in the photograph ? </a:t>
            </a:r>
            <a:br>
              <a:rPr lang="en-US" altLang="en-US" smtClean="0"/>
            </a:br>
            <a:r>
              <a:rPr lang="en-US" altLang="en-US" smtClean="0"/>
              <a:t/>
            </a:r>
            <a:br>
              <a:rPr lang="en-US" altLang="en-US" smtClean="0"/>
            </a:br>
            <a:r>
              <a:rPr lang="en-US" altLang="en-US" smtClean="0"/>
              <a:t>A) Grandson	 </a:t>
            </a:r>
          </a:p>
          <a:p>
            <a:pPr marL="0" indent="0">
              <a:buFont typeface="Arial" panose="020B0604020202020204" pitchFamily="34" charset="0"/>
              <a:buNone/>
            </a:pPr>
            <a:r>
              <a:rPr lang="en-US" altLang="en-US" smtClean="0"/>
              <a:t>B) Son 	</a:t>
            </a:r>
          </a:p>
          <a:p>
            <a:pPr marL="0" indent="0">
              <a:buFont typeface="Arial" panose="020B0604020202020204" pitchFamily="34" charset="0"/>
              <a:buNone/>
            </a:pPr>
            <a:r>
              <a:rPr lang="en-US" altLang="en-US" smtClean="0"/>
              <a:t>C) Son-in-law</a:t>
            </a:r>
          </a:p>
          <a:p>
            <a:pPr marL="0" indent="0">
              <a:buFont typeface="Arial" panose="020B0604020202020204" pitchFamily="34" charset="0"/>
              <a:buNone/>
            </a:pPr>
            <a:r>
              <a:rPr lang="en-US" altLang="en-US" smtClean="0"/>
              <a:t>D) Nephew</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13190648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44035" name="Content Placeholder 2"/>
          <p:cNvSpPr>
            <a:spLocks noGrp="1"/>
          </p:cNvSpPr>
          <p:nvPr>
            <p:ph idx="1"/>
          </p:nvPr>
        </p:nvSpPr>
        <p:spPr/>
        <p:txBody>
          <a:bodyPr/>
          <a:lstStyle/>
          <a:p>
            <a:pPr marL="0" indent="0">
              <a:buFont typeface="Arial" panose="020B0604020202020204" pitchFamily="34" charset="0"/>
              <a:buNone/>
            </a:pPr>
            <a:r>
              <a:rPr lang="en-US" altLang="en-US" smtClean="0"/>
              <a:t>17. Pointing to a man in a photograph, a woman said, "His brother's father is the only son of my grandfather." How is the woman related to the man in the photograph ? </a:t>
            </a:r>
            <a:br>
              <a:rPr lang="en-US" altLang="en-US" smtClean="0"/>
            </a:br>
            <a:r>
              <a:rPr lang="en-US" altLang="en-US" smtClean="0"/>
              <a:t/>
            </a:r>
            <a:br>
              <a:rPr lang="en-US" altLang="en-US" smtClean="0"/>
            </a:br>
            <a:r>
              <a:rPr lang="en-US" altLang="en-US" smtClean="0"/>
              <a:t>A) Mother	 </a:t>
            </a:r>
          </a:p>
          <a:p>
            <a:pPr marL="0" indent="0">
              <a:buFont typeface="Arial" panose="020B0604020202020204" pitchFamily="34" charset="0"/>
              <a:buNone/>
            </a:pPr>
            <a:r>
              <a:rPr lang="en-US" altLang="en-US" smtClean="0"/>
              <a:t>B) Aunt 	</a:t>
            </a:r>
          </a:p>
          <a:p>
            <a:pPr marL="0" indent="0">
              <a:buFont typeface="Arial" panose="020B0604020202020204" pitchFamily="34" charset="0"/>
              <a:buNone/>
            </a:pPr>
            <a:r>
              <a:rPr lang="en-US" altLang="en-US" smtClean="0"/>
              <a:t>C) Sister 	</a:t>
            </a:r>
          </a:p>
          <a:p>
            <a:pPr marL="0" indent="0">
              <a:buFont typeface="Arial" panose="020B0604020202020204" pitchFamily="34" charset="0"/>
              <a:buNone/>
            </a:pPr>
            <a:r>
              <a:rPr lang="en-US" altLang="en-US" smtClean="0"/>
              <a:t>D) Daughter</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7008988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45059" name="Content Placeholder 2"/>
          <p:cNvSpPr>
            <a:spLocks noGrp="1"/>
          </p:cNvSpPr>
          <p:nvPr>
            <p:ph idx="1"/>
          </p:nvPr>
        </p:nvSpPr>
        <p:spPr/>
        <p:txBody>
          <a:bodyPr/>
          <a:lstStyle/>
          <a:p>
            <a:pPr marL="0" indent="0">
              <a:buFont typeface="Arial" panose="020B0604020202020204" pitchFamily="34" charset="0"/>
              <a:buNone/>
            </a:pPr>
            <a:r>
              <a:rPr lang="en-US" altLang="en-US" smtClean="0"/>
              <a:t>18. Introducing a man to her husband , a woman said "His brother's father is the only son of my grandfather". How is the woman related to this man?</a:t>
            </a:r>
            <a:br>
              <a:rPr lang="en-US" altLang="en-US" smtClean="0"/>
            </a:br>
            <a:r>
              <a:rPr lang="en-US" altLang="en-US" smtClean="0"/>
              <a:t/>
            </a:r>
            <a:br>
              <a:rPr lang="en-US" altLang="en-US" smtClean="0"/>
            </a:br>
            <a:r>
              <a:rPr lang="en-US" altLang="en-US" smtClean="0"/>
              <a:t>A) Mother 	</a:t>
            </a:r>
          </a:p>
          <a:p>
            <a:pPr marL="0" indent="0">
              <a:buFont typeface="Arial" panose="020B0604020202020204" pitchFamily="34" charset="0"/>
              <a:buNone/>
            </a:pPr>
            <a:r>
              <a:rPr lang="en-US" altLang="en-US" smtClean="0"/>
              <a:t>B) Aunt 	</a:t>
            </a:r>
          </a:p>
          <a:p>
            <a:pPr marL="0" indent="0">
              <a:buFont typeface="Arial" panose="020B0604020202020204" pitchFamily="34" charset="0"/>
              <a:buNone/>
            </a:pPr>
            <a:r>
              <a:rPr lang="en-US" altLang="en-US" smtClean="0"/>
              <a:t>C) Sister 	</a:t>
            </a:r>
          </a:p>
          <a:p>
            <a:pPr marL="0" indent="0">
              <a:buFont typeface="Arial" panose="020B0604020202020204" pitchFamily="34" charset="0"/>
              <a:buNone/>
            </a:pPr>
            <a:r>
              <a:rPr lang="en-US" altLang="en-US" smtClean="0"/>
              <a:t>D) Aunt</a:t>
            </a:r>
            <a:br>
              <a:rPr lang="en-US" altLang="en-US" smtClean="0"/>
            </a:br>
            <a:endParaRPr lang="en-IN" altLang="en-US" smtClean="0"/>
          </a:p>
        </p:txBody>
      </p:sp>
    </p:spTree>
    <p:extLst>
      <p:ext uri="{BB962C8B-B14F-4D97-AF65-F5344CB8AC3E}">
        <p14:creationId xmlns:p14="http://schemas.microsoft.com/office/powerpoint/2010/main" val="32642390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48131" name="Content Placeholder 2"/>
          <p:cNvSpPr>
            <a:spLocks noGrp="1"/>
          </p:cNvSpPr>
          <p:nvPr>
            <p:ph idx="1"/>
          </p:nvPr>
        </p:nvSpPr>
        <p:spPr/>
        <p:txBody>
          <a:bodyPr/>
          <a:lstStyle/>
          <a:p>
            <a:pPr marL="0" indent="0">
              <a:buFont typeface="Arial" panose="020B0604020202020204" pitchFamily="34" charset="0"/>
              <a:buNone/>
            </a:pPr>
            <a:r>
              <a:rPr lang="en-US" altLang="en-US" smtClean="0"/>
              <a:t>19. A man pointing to a photograph says, 'The lady in the photograph is my nephew's maternal grandmother." How is the lady in the photograph related to the man's sister who has no other sister ?  </a:t>
            </a:r>
            <a:br>
              <a:rPr lang="en-US" altLang="en-US" smtClean="0"/>
            </a:br>
            <a:r>
              <a:rPr lang="en-US" altLang="en-US" smtClean="0"/>
              <a:t/>
            </a:r>
            <a:br>
              <a:rPr lang="en-US" altLang="en-US" smtClean="0"/>
            </a:br>
            <a:r>
              <a:rPr lang="en-US" altLang="en-US" smtClean="0"/>
              <a:t>A)Cousin 		</a:t>
            </a:r>
          </a:p>
          <a:p>
            <a:pPr marL="0" indent="0">
              <a:buFont typeface="Arial" panose="020B0604020202020204" pitchFamily="34" charset="0"/>
              <a:buNone/>
            </a:pPr>
            <a:r>
              <a:rPr lang="en-US" altLang="en-US" smtClean="0"/>
              <a:t>B) Sister-in-law 	</a:t>
            </a:r>
          </a:p>
          <a:p>
            <a:pPr marL="0" indent="0">
              <a:buFont typeface="Arial" panose="020B0604020202020204" pitchFamily="34" charset="0"/>
              <a:buNone/>
            </a:pPr>
            <a:r>
              <a:rPr lang="en-US" altLang="en-US" smtClean="0"/>
              <a:t>C) Mother	 	</a:t>
            </a:r>
          </a:p>
          <a:p>
            <a:pPr marL="0" indent="0">
              <a:buFont typeface="Arial" panose="020B0604020202020204" pitchFamily="34" charset="0"/>
              <a:buNone/>
            </a:pPr>
            <a:r>
              <a:rPr lang="en-US" altLang="en-US" smtClean="0"/>
              <a:t>D) Mother-in-law</a:t>
            </a:r>
            <a:endParaRPr lang="en-IN" altLang="en-US" smtClean="0"/>
          </a:p>
        </p:txBody>
      </p:sp>
    </p:spTree>
    <p:extLst>
      <p:ext uri="{BB962C8B-B14F-4D97-AF65-F5344CB8AC3E}">
        <p14:creationId xmlns:p14="http://schemas.microsoft.com/office/powerpoint/2010/main" val="5683158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49155" name="Content Placeholder 2"/>
          <p:cNvSpPr>
            <a:spLocks noGrp="1"/>
          </p:cNvSpPr>
          <p:nvPr>
            <p:ph idx="1"/>
          </p:nvPr>
        </p:nvSpPr>
        <p:spPr/>
        <p:txBody>
          <a:bodyPr/>
          <a:lstStyle/>
          <a:p>
            <a:pPr marL="0" indent="0">
              <a:buFont typeface="Arial" panose="020B0604020202020204" pitchFamily="34" charset="0"/>
              <a:buNone/>
            </a:pPr>
            <a:r>
              <a:rPr lang="en-US" altLang="en-US" smtClean="0"/>
              <a:t>20. Pointing to a photograph, a person tells his friend, "She is the grand daughter of the elder brother of my father." How is the girl in the photograph related to his Man? </a:t>
            </a:r>
            <a:br>
              <a:rPr lang="en-US" altLang="en-US" smtClean="0"/>
            </a:br>
            <a:r>
              <a:rPr lang="en-US" altLang="en-US" smtClean="0"/>
              <a:t/>
            </a:r>
            <a:br>
              <a:rPr lang="en-US" altLang="en-US" smtClean="0"/>
            </a:br>
            <a:r>
              <a:rPr lang="en-US" altLang="en-US" smtClean="0"/>
              <a:t>A) Niece 	</a:t>
            </a:r>
          </a:p>
          <a:p>
            <a:pPr marL="0" indent="0">
              <a:buFont typeface="Arial" panose="020B0604020202020204" pitchFamily="34" charset="0"/>
              <a:buNone/>
            </a:pPr>
            <a:r>
              <a:rPr lang="en-US" altLang="en-US" smtClean="0"/>
              <a:t>B) Sister 	</a:t>
            </a:r>
          </a:p>
          <a:p>
            <a:pPr marL="0" indent="0">
              <a:buFont typeface="Arial" panose="020B0604020202020204" pitchFamily="34" charset="0"/>
              <a:buNone/>
            </a:pPr>
            <a:r>
              <a:rPr lang="en-US" altLang="en-US" smtClean="0"/>
              <a:t>C) Aunt </a:t>
            </a:r>
          </a:p>
          <a:p>
            <a:pPr marL="0" indent="0">
              <a:buFont typeface="Arial" panose="020B0604020202020204" pitchFamily="34" charset="0"/>
              <a:buNone/>
            </a:pPr>
            <a:r>
              <a:rPr lang="en-US" altLang="en-US" smtClean="0"/>
              <a:t>D) Sister-in-law</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14026395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50179" name="Content Placeholder 2"/>
          <p:cNvSpPr>
            <a:spLocks noGrp="1"/>
          </p:cNvSpPr>
          <p:nvPr>
            <p:ph idx="1"/>
          </p:nvPr>
        </p:nvSpPr>
        <p:spPr/>
        <p:txBody>
          <a:bodyPr/>
          <a:lstStyle/>
          <a:p>
            <a:pPr marL="0" indent="0">
              <a:buFont typeface="Arial" panose="020B0604020202020204" pitchFamily="34" charset="0"/>
              <a:buNone/>
            </a:pPr>
            <a:r>
              <a:rPr lang="en-US" altLang="en-US" smtClean="0"/>
              <a:t>21. Pointing to a photograph, Vipul said, "She is the daughter of my grandfather's only son." How is Vipul related to the girl in the photograph ?</a:t>
            </a:r>
            <a:br>
              <a:rPr lang="en-US" altLang="en-US" smtClean="0"/>
            </a:br>
            <a:r>
              <a:rPr lang="en-US" altLang="en-US" smtClean="0"/>
              <a:t> </a:t>
            </a:r>
            <a:br>
              <a:rPr lang="en-US" altLang="en-US" smtClean="0"/>
            </a:br>
            <a:r>
              <a:rPr lang="en-US" altLang="en-US" smtClean="0"/>
              <a:t>A) Father 	</a:t>
            </a:r>
          </a:p>
          <a:p>
            <a:pPr marL="0" indent="0">
              <a:buFont typeface="Arial" panose="020B0604020202020204" pitchFamily="34" charset="0"/>
              <a:buNone/>
            </a:pPr>
            <a:r>
              <a:rPr lang="en-US" altLang="en-US" smtClean="0"/>
              <a:t>B) Brother 		</a:t>
            </a:r>
          </a:p>
          <a:p>
            <a:pPr marL="0" indent="0">
              <a:buFont typeface="Arial" panose="020B0604020202020204" pitchFamily="34" charset="0"/>
              <a:buNone/>
            </a:pPr>
            <a:r>
              <a:rPr lang="en-US" altLang="en-US" smtClean="0"/>
              <a:t>C) Cousin </a:t>
            </a:r>
          </a:p>
          <a:p>
            <a:pPr marL="0" indent="0">
              <a:buFont typeface="Arial" panose="020B0604020202020204" pitchFamily="34" charset="0"/>
              <a:buNone/>
            </a:pPr>
            <a:r>
              <a:rPr lang="en-US" altLang="en-US" smtClean="0"/>
              <a:t>D) Data inadequate</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36461713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3" name="Content Placeholder 2"/>
          <p:cNvSpPr>
            <a:spLocks noGrp="1"/>
          </p:cNvSpPr>
          <p:nvPr>
            <p:ph idx="1"/>
          </p:nvPr>
        </p:nvSpPr>
        <p:spPr/>
        <p:txBody>
          <a:bodyPr rtlCol="0">
            <a:normAutofit/>
          </a:bodyPr>
          <a:lstStyle/>
          <a:p>
            <a:pPr marL="0" indent="0" fontAlgn="auto">
              <a:spcAft>
                <a:spcPts val="0"/>
              </a:spcAft>
              <a:buFont typeface="Arial" panose="020B0604020202020204" pitchFamily="34" charset="0"/>
              <a:buNone/>
              <a:defRPr/>
            </a:pPr>
            <a:r>
              <a:rPr lang="en-US" dirty="0"/>
              <a:t>22. Pointing to a photograph, a man said, "I have no brother or sister but that man’s father is my father’s son." Whose photograph was it</a:t>
            </a:r>
            <a:r>
              <a:rPr lang="en-US" dirty="0" smtClean="0"/>
              <a:t>? </a:t>
            </a:r>
          </a:p>
          <a:p>
            <a:pPr marL="514350" indent="-514350" fontAlgn="auto">
              <a:spcAft>
                <a:spcPts val="0"/>
              </a:spcAft>
              <a:buFont typeface="Arial" panose="020B0604020202020204" pitchFamily="34" charset="0"/>
              <a:buAutoNum type="alphaUcParenR"/>
              <a:defRPr/>
            </a:pPr>
            <a:r>
              <a:rPr lang="en-US" dirty="0" smtClean="0"/>
              <a:t>His </a:t>
            </a:r>
            <a:r>
              <a:rPr lang="en-US" dirty="0"/>
              <a:t>uncle's 		</a:t>
            </a:r>
            <a:endParaRPr lang="en-US" dirty="0" smtClean="0"/>
          </a:p>
          <a:p>
            <a:pPr marL="0" indent="0" fontAlgn="auto">
              <a:spcAft>
                <a:spcPts val="0"/>
              </a:spcAft>
              <a:buFont typeface="Arial" panose="020B0604020202020204" pitchFamily="34" charset="0"/>
              <a:buNone/>
              <a:defRPr/>
            </a:pPr>
            <a:r>
              <a:rPr lang="en-US" dirty="0" smtClean="0"/>
              <a:t>B</a:t>
            </a:r>
            <a:r>
              <a:rPr lang="en-US" dirty="0"/>
              <a:t>) </a:t>
            </a:r>
            <a:r>
              <a:rPr lang="en-US" dirty="0" smtClean="0"/>
              <a:t> His </a:t>
            </a:r>
            <a:r>
              <a:rPr lang="en-US" dirty="0"/>
              <a:t>nephew's 	</a:t>
            </a:r>
            <a:endParaRPr lang="en-US" dirty="0" smtClean="0"/>
          </a:p>
          <a:p>
            <a:pPr marL="0" indent="0" fontAlgn="auto">
              <a:spcAft>
                <a:spcPts val="0"/>
              </a:spcAft>
              <a:buFont typeface="Arial" panose="020B0604020202020204" pitchFamily="34" charset="0"/>
              <a:buNone/>
              <a:defRPr/>
            </a:pPr>
            <a:r>
              <a:rPr lang="en-US" dirty="0" smtClean="0"/>
              <a:t>C</a:t>
            </a:r>
            <a:r>
              <a:rPr lang="en-US" dirty="0"/>
              <a:t>) </a:t>
            </a:r>
            <a:r>
              <a:rPr lang="en-US" dirty="0" smtClean="0"/>
              <a:t> His </a:t>
            </a:r>
            <a:r>
              <a:rPr lang="en-US" dirty="0"/>
              <a:t>son's 			</a:t>
            </a:r>
            <a:endParaRPr lang="en-US" dirty="0" smtClean="0"/>
          </a:p>
          <a:p>
            <a:pPr marL="0" indent="0" fontAlgn="auto">
              <a:spcAft>
                <a:spcPts val="0"/>
              </a:spcAft>
              <a:buFont typeface="Arial" panose="020B0604020202020204" pitchFamily="34" charset="0"/>
              <a:buNone/>
              <a:defRPr/>
            </a:pPr>
            <a:r>
              <a:rPr lang="en-US" dirty="0" smtClean="0"/>
              <a:t>D</a:t>
            </a:r>
            <a:r>
              <a:rPr lang="en-US" dirty="0"/>
              <a:t>) </a:t>
            </a:r>
            <a:r>
              <a:rPr lang="en-US" dirty="0" smtClean="0"/>
              <a:t> His </a:t>
            </a:r>
            <a:r>
              <a:rPr lang="en-US" dirty="0"/>
              <a:t>Cousin's</a:t>
            </a:r>
            <a:endParaRPr lang="en-IN" dirty="0"/>
          </a:p>
        </p:txBody>
      </p:sp>
    </p:spTree>
    <p:extLst>
      <p:ext uri="{BB962C8B-B14F-4D97-AF65-F5344CB8AC3E}">
        <p14:creationId xmlns:p14="http://schemas.microsoft.com/office/powerpoint/2010/main" val="18595814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52227" name="Content Placeholder 2"/>
          <p:cNvSpPr>
            <a:spLocks noGrp="1"/>
          </p:cNvSpPr>
          <p:nvPr>
            <p:ph idx="1"/>
          </p:nvPr>
        </p:nvSpPr>
        <p:spPr/>
        <p:txBody>
          <a:bodyPr/>
          <a:lstStyle/>
          <a:p>
            <a:pPr marL="0" indent="0">
              <a:buFont typeface="Arial" panose="020B0604020202020204" pitchFamily="34" charset="0"/>
              <a:buNone/>
            </a:pPr>
            <a:r>
              <a:rPr lang="en-US" altLang="en-US" smtClean="0"/>
              <a:t>23. Pointing to a man on the stage, Rita said, "He is the brother of the daughter of the wife of my husband." How is the man on the stage related to Rita ? </a:t>
            </a:r>
            <a:br>
              <a:rPr lang="en-US" altLang="en-US" smtClean="0"/>
            </a:br>
            <a:r>
              <a:rPr lang="en-US" altLang="en-US" smtClean="0"/>
              <a:t/>
            </a:r>
            <a:br>
              <a:rPr lang="en-US" altLang="en-US" smtClean="0"/>
            </a:br>
            <a:r>
              <a:rPr lang="en-US" altLang="en-US" smtClean="0"/>
              <a:t>A)Son 		          </a:t>
            </a:r>
          </a:p>
          <a:p>
            <a:pPr marL="0" indent="0">
              <a:buFont typeface="Arial" panose="020B0604020202020204" pitchFamily="34" charset="0"/>
              <a:buNone/>
            </a:pPr>
            <a:r>
              <a:rPr lang="en-US" altLang="en-US" smtClean="0"/>
              <a:t>B) Husband 		</a:t>
            </a:r>
          </a:p>
          <a:p>
            <a:pPr marL="0" indent="0">
              <a:buFont typeface="Arial" panose="020B0604020202020204" pitchFamily="34" charset="0"/>
              <a:buNone/>
            </a:pPr>
            <a:r>
              <a:rPr lang="en-US" altLang="en-US" smtClean="0"/>
              <a:t>C) Nephew 		</a:t>
            </a:r>
          </a:p>
          <a:p>
            <a:pPr marL="0" indent="0">
              <a:buFont typeface="Arial" panose="020B0604020202020204" pitchFamily="34" charset="0"/>
              <a:buNone/>
            </a:pPr>
            <a:r>
              <a:rPr lang="en-US" altLang="en-US" smtClean="0"/>
              <a:t>D) Brother-in-law</a:t>
            </a:r>
            <a:br>
              <a:rPr lang="en-US" altLang="en-US" smtClean="0"/>
            </a:br>
            <a:endParaRPr lang="en-IN" altLang="en-US" smtClean="0"/>
          </a:p>
        </p:txBody>
      </p:sp>
    </p:spTree>
    <p:extLst>
      <p:ext uri="{BB962C8B-B14F-4D97-AF65-F5344CB8AC3E}">
        <p14:creationId xmlns:p14="http://schemas.microsoft.com/office/powerpoint/2010/main" val="32895204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53251" name="Content Placeholder 2"/>
          <p:cNvSpPr>
            <a:spLocks noGrp="1"/>
          </p:cNvSpPr>
          <p:nvPr>
            <p:ph idx="1"/>
          </p:nvPr>
        </p:nvSpPr>
        <p:spPr/>
        <p:txBody>
          <a:bodyPr/>
          <a:lstStyle/>
          <a:p>
            <a:pPr marL="0" indent="0">
              <a:buFont typeface="Arial" panose="020B0604020202020204" pitchFamily="34" charset="0"/>
              <a:buNone/>
            </a:pPr>
            <a:r>
              <a:rPr lang="en-US" altLang="en-US" smtClean="0"/>
              <a:t>24. Pointing towards a photograph kiran said to chotu, "I am the only daughter of this lady and her son is your maternal uncle " How is the kiran related to chotu's father  ?</a:t>
            </a:r>
            <a:br>
              <a:rPr lang="en-US" altLang="en-US" smtClean="0"/>
            </a:br>
            <a:r>
              <a:rPr lang="en-US" altLang="en-US" smtClean="0"/>
              <a:t/>
            </a:r>
            <a:br>
              <a:rPr lang="en-US" altLang="en-US" smtClean="0"/>
            </a:br>
            <a:r>
              <a:rPr lang="en-US" altLang="en-US" smtClean="0"/>
              <a:t>A) Cousin 	</a:t>
            </a:r>
          </a:p>
          <a:p>
            <a:pPr marL="0" indent="0">
              <a:buFont typeface="Arial" panose="020B0604020202020204" pitchFamily="34" charset="0"/>
              <a:buNone/>
            </a:pPr>
            <a:r>
              <a:rPr lang="en-US" altLang="en-US" smtClean="0"/>
              <a:t>B) Daughter 		</a:t>
            </a:r>
          </a:p>
          <a:p>
            <a:pPr marL="0" indent="0">
              <a:buFont typeface="Arial" panose="020B0604020202020204" pitchFamily="34" charset="0"/>
              <a:buNone/>
            </a:pPr>
            <a:r>
              <a:rPr lang="en-US" altLang="en-US" smtClean="0"/>
              <a:t>C) Sister </a:t>
            </a:r>
          </a:p>
          <a:p>
            <a:pPr marL="0" indent="0">
              <a:buFont typeface="Arial" panose="020B0604020202020204" pitchFamily="34" charset="0"/>
              <a:buNone/>
            </a:pPr>
            <a:r>
              <a:rPr lang="en-US" altLang="en-US" smtClean="0"/>
              <a:t>D) Wife</a:t>
            </a:r>
            <a:br>
              <a:rPr lang="en-US" altLang="en-US" smtClean="0"/>
            </a:br>
            <a:endParaRPr lang="en-IN" altLang="en-US" smtClean="0"/>
          </a:p>
        </p:txBody>
      </p:sp>
    </p:spTree>
    <p:extLst>
      <p:ext uri="{BB962C8B-B14F-4D97-AF65-F5344CB8AC3E}">
        <p14:creationId xmlns:p14="http://schemas.microsoft.com/office/powerpoint/2010/main" val="20601566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54275" name="Content Placeholder 2"/>
          <p:cNvSpPr>
            <a:spLocks noGrp="1"/>
          </p:cNvSpPr>
          <p:nvPr>
            <p:ph idx="1"/>
          </p:nvPr>
        </p:nvSpPr>
        <p:spPr/>
        <p:txBody>
          <a:bodyPr/>
          <a:lstStyle/>
          <a:p>
            <a:pPr marL="0" indent="0">
              <a:buFont typeface="Arial" panose="020B0604020202020204" pitchFamily="34" charset="0"/>
              <a:buNone/>
            </a:pPr>
            <a:r>
              <a:rPr lang="en-US" altLang="en-US" smtClean="0"/>
              <a:t>25. In a beach, Renu is running with her children and there she met Vishal and Laxmi. Vishal introduces Ravi to those children as " This person is the daughter of your mother's father's mother and is my sister." How is Vishal and Laxmi related to Renu ?</a:t>
            </a:r>
            <a:br>
              <a:rPr lang="en-US" altLang="en-US" smtClean="0"/>
            </a:br>
            <a:r>
              <a:rPr lang="en-US" altLang="en-US" smtClean="0"/>
              <a:t/>
            </a:r>
            <a:br>
              <a:rPr lang="en-US" altLang="en-US" smtClean="0"/>
            </a:br>
            <a:r>
              <a:rPr lang="en-US" altLang="en-US" smtClean="0"/>
              <a:t>A)Brother and Sister 		</a:t>
            </a:r>
          </a:p>
          <a:p>
            <a:pPr marL="0" indent="0">
              <a:buFont typeface="Arial" panose="020B0604020202020204" pitchFamily="34" charset="0"/>
              <a:buNone/>
            </a:pPr>
            <a:r>
              <a:rPr lang="en-US" altLang="en-US" smtClean="0"/>
              <a:t>B) Uncle and Aunt 			</a:t>
            </a:r>
          </a:p>
          <a:p>
            <a:pPr marL="0" indent="0">
              <a:buFont typeface="Arial" panose="020B0604020202020204" pitchFamily="34" charset="0"/>
              <a:buNone/>
            </a:pPr>
            <a:r>
              <a:rPr lang="en-US" altLang="en-US" smtClean="0"/>
              <a:t>C) Father and Mother 		</a:t>
            </a:r>
          </a:p>
          <a:p>
            <a:pPr marL="0" indent="0">
              <a:buFont typeface="Arial" panose="020B0604020202020204" pitchFamily="34" charset="0"/>
              <a:buNone/>
            </a:pPr>
            <a:r>
              <a:rPr lang="en-US" altLang="en-US" smtClean="0"/>
              <a:t>D) Can't determine</a:t>
            </a:r>
            <a:br>
              <a:rPr lang="en-US" altLang="en-US" smtClean="0"/>
            </a:br>
            <a:endParaRPr lang="en-IN" altLang="en-US" smtClean="0"/>
          </a:p>
        </p:txBody>
      </p:sp>
    </p:spTree>
    <p:extLst>
      <p:ext uri="{BB962C8B-B14F-4D97-AF65-F5344CB8AC3E}">
        <p14:creationId xmlns:p14="http://schemas.microsoft.com/office/powerpoint/2010/main" val="32450383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2</a:t>
            </a:r>
            <a:endParaRPr lang="en-IN" dirty="0"/>
          </a:p>
        </p:txBody>
      </p:sp>
      <p:sp>
        <p:nvSpPr>
          <p:cNvPr id="55299" name="Content Placeholder 2"/>
          <p:cNvSpPr>
            <a:spLocks noGrp="1"/>
          </p:cNvSpPr>
          <p:nvPr>
            <p:ph idx="1"/>
          </p:nvPr>
        </p:nvSpPr>
        <p:spPr/>
        <p:txBody>
          <a:bodyPr/>
          <a:lstStyle/>
          <a:p>
            <a:pPr marL="0" indent="0">
              <a:buFont typeface="Arial" panose="020B0604020202020204" pitchFamily="34" charset="0"/>
              <a:buNone/>
            </a:pPr>
            <a:r>
              <a:rPr lang="en-US" altLang="en-US" smtClean="0"/>
              <a:t>26. Deepak said to Nitin, "That boy playing with the football is the younger of the two brothers of the daughter of my father's wife." How is the boy playing football related to Deepak ? </a:t>
            </a:r>
            <a:br>
              <a:rPr lang="en-US" altLang="en-US" smtClean="0"/>
            </a:br>
            <a:r>
              <a:rPr lang="en-US" altLang="en-US" smtClean="0"/>
              <a:t/>
            </a:r>
            <a:br>
              <a:rPr lang="en-US" altLang="en-US" smtClean="0"/>
            </a:br>
            <a:r>
              <a:rPr lang="en-US" altLang="en-US" smtClean="0"/>
              <a:t>A) Son 		</a:t>
            </a:r>
          </a:p>
          <a:p>
            <a:pPr marL="0" indent="0">
              <a:buFont typeface="Arial" panose="020B0604020202020204" pitchFamily="34" charset="0"/>
              <a:buNone/>
            </a:pPr>
            <a:r>
              <a:rPr lang="en-US" altLang="en-US" smtClean="0"/>
              <a:t>B) Brother 		</a:t>
            </a:r>
          </a:p>
          <a:p>
            <a:pPr marL="0" indent="0">
              <a:buFont typeface="Arial" panose="020B0604020202020204" pitchFamily="34" charset="0"/>
              <a:buNone/>
            </a:pPr>
            <a:r>
              <a:rPr lang="en-US" altLang="en-US" smtClean="0"/>
              <a:t>C) Cousin	 </a:t>
            </a:r>
          </a:p>
          <a:p>
            <a:pPr marL="0" indent="0">
              <a:buFont typeface="Arial" panose="020B0604020202020204" pitchFamily="34" charset="0"/>
              <a:buNone/>
            </a:pPr>
            <a:r>
              <a:rPr lang="en-US" altLang="en-US" smtClean="0"/>
              <a:t>D) Nephew</a:t>
            </a:r>
            <a:br>
              <a:rPr lang="en-US" altLang="en-US" smtClean="0"/>
            </a:br>
            <a:endParaRPr lang="en-IN" altLang="en-US" smtClean="0"/>
          </a:p>
        </p:txBody>
      </p:sp>
    </p:spTree>
    <p:extLst>
      <p:ext uri="{BB962C8B-B14F-4D97-AF65-F5344CB8AC3E}">
        <p14:creationId xmlns:p14="http://schemas.microsoft.com/office/powerpoint/2010/main" val="39142496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3</a:t>
            </a:r>
            <a:endParaRPr lang="en-IN" dirty="0"/>
          </a:p>
        </p:txBody>
      </p:sp>
      <p:sp>
        <p:nvSpPr>
          <p:cNvPr id="58371" name="Content Placeholder 2"/>
          <p:cNvSpPr>
            <a:spLocks noGrp="1"/>
          </p:cNvSpPr>
          <p:nvPr>
            <p:ph idx="1"/>
          </p:nvPr>
        </p:nvSpPr>
        <p:spPr/>
        <p:txBody>
          <a:bodyPr>
            <a:normAutofit lnSpcReduction="10000"/>
          </a:bodyPr>
          <a:lstStyle/>
          <a:p>
            <a:pPr marL="0" indent="0">
              <a:buFont typeface="Arial" panose="020B0604020202020204" pitchFamily="34" charset="0"/>
              <a:buNone/>
            </a:pPr>
            <a:r>
              <a:rPr lang="en-US" altLang="en-US" smtClean="0"/>
              <a:t>27. If ‘P + Q’ means ‘P is the father of Q’</a:t>
            </a:r>
          </a:p>
          <a:p>
            <a:pPr marL="0" indent="0">
              <a:buFont typeface="Arial" panose="020B0604020202020204" pitchFamily="34" charset="0"/>
              <a:buNone/>
            </a:pPr>
            <a:r>
              <a:rPr lang="en-US" altLang="en-US" smtClean="0"/>
              <a:t>‘P × Q’ means ‘P is the brother of Q’</a:t>
            </a:r>
          </a:p>
          <a:p>
            <a:pPr marL="0" indent="0">
              <a:buFont typeface="Arial" panose="020B0604020202020204" pitchFamily="34" charset="0"/>
              <a:buNone/>
            </a:pPr>
            <a:r>
              <a:rPr lang="en-US" altLang="en-US" smtClean="0"/>
              <a:t> ‘P –Q’ means ‘P is the mother of Q’</a:t>
            </a:r>
          </a:p>
          <a:p>
            <a:pPr marL="0" indent="0">
              <a:buFont typeface="Arial" panose="020B0604020202020204" pitchFamily="34" charset="0"/>
              <a:buNone/>
            </a:pPr>
            <a:r>
              <a:rPr lang="en-US" altLang="en-US" smtClean="0"/>
              <a:t>which of the following is definitely true about C – A + B?</a:t>
            </a:r>
            <a:br>
              <a:rPr lang="en-US" altLang="en-US" smtClean="0"/>
            </a:br>
            <a:r>
              <a:rPr lang="en-US" altLang="en-US" smtClean="0"/>
              <a:t/>
            </a:r>
            <a:br>
              <a:rPr lang="en-US" altLang="en-US" smtClean="0"/>
            </a:br>
            <a:r>
              <a:rPr lang="en-US" altLang="en-US" smtClean="0"/>
              <a:t>1. B is the son of A</a:t>
            </a:r>
            <a:br>
              <a:rPr lang="en-US" altLang="en-US" smtClean="0"/>
            </a:br>
            <a:r>
              <a:rPr lang="en-US" altLang="en-US" smtClean="0"/>
              <a:t>2. A is the son of C</a:t>
            </a:r>
            <a:br>
              <a:rPr lang="en-US" altLang="en-US" smtClean="0"/>
            </a:br>
            <a:r>
              <a:rPr lang="en-US" altLang="en-US" smtClean="0"/>
              <a:t>3. B is the father of A</a:t>
            </a:r>
            <a:br>
              <a:rPr lang="en-US" altLang="en-US" smtClean="0"/>
            </a:br>
            <a:r>
              <a:rPr lang="en-US" altLang="en-US" smtClean="0"/>
              <a:t>4. C is the mother of B</a:t>
            </a:r>
            <a:br>
              <a:rPr lang="en-US" altLang="en-US" smtClean="0"/>
            </a:br>
            <a:r>
              <a:rPr lang="en-US" altLang="en-US" smtClean="0"/>
              <a:t>5. None of these</a:t>
            </a:r>
            <a:br>
              <a:rPr lang="en-US" altLang="en-US" smtClean="0"/>
            </a:br>
            <a:endParaRPr lang="en-IN" altLang="en-US" smtClean="0"/>
          </a:p>
          <a:p>
            <a:pPr marL="0" indent="0">
              <a:buFont typeface="Arial" panose="020B0604020202020204" pitchFamily="34" charset="0"/>
              <a:buNone/>
            </a:pPr>
            <a:endParaRPr lang="en-IN" altLang="en-US" smtClean="0"/>
          </a:p>
        </p:txBody>
      </p:sp>
    </p:spTree>
    <p:extLst>
      <p:ext uri="{BB962C8B-B14F-4D97-AF65-F5344CB8AC3E}">
        <p14:creationId xmlns:p14="http://schemas.microsoft.com/office/powerpoint/2010/main" val="24876555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3</a:t>
            </a:r>
            <a:endParaRPr lang="en-IN" dirty="0"/>
          </a:p>
        </p:txBody>
      </p:sp>
      <p:sp>
        <p:nvSpPr>
          <p:cNvPr id="3" name="Content Placeholder 2"/>
          <p:cNvSpPr>
            <a:spLocks noGrp="1"/>
          </p:cNvSpPr>
          <p:nvPr>
            <p:ph idx="1"/>
          </p:nvPr>
        </p:nvSpPr>
        <p:spPr/>
        <p:txBody>
          <a:bodyPr rtlCol="0">
            <a:normAutofit/>
          </a:bodyPr>
          <a:lstStyle/>
          <a:p>
            <a:pPr fontAlgn="auto">
              <a:spcAft>
                <a:spcPts val="0"/>
              </a:spcAft>
              <a:buFont typeface="Arial" panose="020B0604020202020204" pitchFamily="34" charset="0"/>
              <a:buNone/>
              <a:defRPr/>
            </a:pPr>
            <a:r>
              <a:rPr lang="en-US" dirty="0"/>
              <a:t>Directions(28-31) : If A + B means B is the son of A</a:t>
            </a:r>
          </a:p>
          <a:p>
            <a:pPr fontAlgn="auto">
              <a:spcAft>
                <a:spcPts val="0"/>
              </a:spcAft>
              <a:buFont typeface="Arial" panose="020B0604020202020204" pitchFamily="34" charset="0"/>
              <a:buNone/>
              <a:defRPr/>
            </a:pPr>
            <a:r>
              <a:rPr lang="en-US" dirty="0"/>
              <a:t>A – B means A is the brother B. </a:t>
            </a:r>
          </a:p>
          <a:p>
            <a:pPr fontAlgn="auto">
              <a:spcAft>
                <a:spcPts val="0"/>
              </a:spcAft>
              <a:buFont typeface="Arial" panose="020B0604020202020204" pitchFamily="34" charset="0"/>
              <a:buNone/>
              <a:defRPr/>
            </a:pPr>
            <a:r>
              <a:rPr lang="en-US" dirty="0"/>
              <a:t>A * B means A is the wife of B</a:t>
            </a:r>
          </a:p>
          <a:p>
            <a:pPr fontAlgn="auto">
              <a:spcAft>
                <a:spcPts val="0"/>
              </a:spcAft>
              <a:buFont typeface="Arial" panose="020B0604020202020204" pitchFamily="34" charset="0"/>
              <a:buNone/>
              <a:defRPr/>
            </a:pPr>
            <a:r>
              <a:rPr lang="en-US" dirty="0"/>
              <a:t>A % B means A is the mother of B</a:t>
            </a:r>
          </a:p>
          <a:p>
            <a:pPr fontAlgn="auto">
              <a:spcAft>
                <a:spcPts val="0"/>
              </a:spcAft>
              <a:buFont typeface="Arial" panose="020B0604020202020204" pitchFamily="34" charset="0"/>
              <a:buNone/>
              <a:defRPr/>
            </a:pPr>
            <a:r>
              <a:rPr lang="en-US" dirty="0"/>
              <a:t> A$ B means A is the husband of B  </a:t>
            </a:r>
          </a:p>
          <a:p>
            <a:pPr fontAlgn="auto">
              <a:spcAft>
                <a:spcPts val="0"/>
              </a:spcAft>
              <a:buFont typeface="Arial" panose="020B0604020202020204" pitchFamily="34" charset="0"/>
              <a:buNone/>
              <a:defRPr/>
            </a:pPr>
            <a:r>
              <a:rPr lang="en-US" dirty="0"/>
              <a:t>A@B  means A is the father of B</a:t>
            </a:r>
          </a:p>
          <a:p>
            <a:pPr fontAlgn="auto">
              <a:spcAft>
                <a:spcPts val="0"/>
              </a:spcAft>
              <a:buFont typeface="Arial" panose="020B0604020202020204" pitchFamily="34" charset="0"/>
              <a:buNone/>
              <a:defRPr/>
            </a:pPr>
            <a:r>
              <a:rPr lang="en-US" dirty="0"/>
              <a:t>consider the following statement and find the given questions : R@H-M*Y+S</a:t>
            </a:r>
          </a:p>
          <a:p>
            <a:pPr marL="0" indent="0" fontAlgn="auto">
              <a:spcAft>
                <a:spcPts val="0"/>
              </a:spcAft>
              <a:buFont typeface="Arial" panose="020B0604020202020204" pitchFamily="34" charset="0"/>
              <a:buNone/>
              <a:defRPr/>
            </a:pPr>
            <a:endParaRPr lang="en-IN" dirty="0"/>
          </a:p>
        </p:txBody>
      </p:sp>
    </p:spTree>
    <p:extLst>
      <p:ext uri="{BB962C8B-B14F-4D97-AF65-F5344CB8AC3E}">
        <p14:creationId xmlns:p14="http://schemas.microsoft.com/office/powerpoint/2010/main" val="11685539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3</a:t>
            </a:r>
            <a:endParaRPr lang="en-IN" dirty="0"/>
          </a:p>
        </p:txBody>
      </p:sp>
      <p:sp>
        <p:nvSpPr>
          <p:cNvPr id="3" name="Content Placeholder 2"/>
          <p:cNvSpPr>
            <a:spLocks noGrp="1"/>
          </p:cNvSpPr>
          <p:nvPr>
            <p:ph idx="1"/>
          </p:nvPr>
        </p:nvSpPr>
        <p:spPr/>
        <p:txBody>
          <a:bodyPr rtlCol="0">
            <a:normAutofit/>
          </a:bodyPr>
          <a:lstStyle/>
          <a:p>
            <a:pPr fontAlgn="auto">
              <a:spcAft>
                <a:spcPts val="0"/>
              </a:spcAft>
              <a:buFont typeface="Arial" panose="020B0604020202020204" pitchFamily="34" charset="0"/>
              <a:buNone/>
              <a:defRPr/>
            </a:pPr>
            <a:r>
              <a:rPr lang="en-US" dirty="0"/>
              <a:t>28. Who is the Grandson of </a:t>
            </a:r>
            <a:r>
              <a:rPr lang="en-US" dirty="0" smtClean="0"/>
              <a:t>R </a:t>
            </a:r>
          </a:p>
          <a:p>
            <a:pPr fontAlgn="auto">
              <a:spcAft>
                <a:spcPts val="0"/>
              </a:spcAft>
              <a:buFont typeface="Arial" panose="020B0604020202020204" pitchFamily="34" charset="0"/>
              <a:buNone/>
              <a:defRPr/>
            </a:pPr>
            <a:endParaRPr lang="en-US" dirty="0"/>
          </a:p>
          <a:p>
            <a:pPr marL="514350" indent="-514350" fontAlgn="auto">
              <a:spcAft>
                <a:spcPts val="0"/>
              </a:spcAft>
              <a:buFont typeface="Arial" panose="020B0604020202020204" pitchFamily="34" charset="0"/>
              <a:buAutoNum type="arabicParenBoth"/>
              <a:defRPr/>
            </a:pPr>
            <a:r>
              <a:rPr lang="en-US" dirty="0" smtClean="0"/>
              <a:t>Y   </a:t>
            </a:r>
          </a:p>
          <a:p>
            <a:pPr marL="514350" indent="-514350" fontAlgn="auto">
              <a:spcAft>
                <a:spcPts val="0"/>
              </a:spcAft>
              <a:buFont typeface="Arial" panose="020B0604020202020204" pitchFamily="34" charset="0"/>
              <a:buAutoNum type="arabicParenBoth" startAt="2"/>
              <a:defRPr/>
            </a:pPr>
            <a:r>
              <a:rPr lang="en-US" dirty="0" smtClean="0"/>
              <a:t>S   </a:t>
            </a:r>
          </a:p>
          <a:p>
            <a:pPr marL="514350" indent="-514350" fontAlgn="auto">
              <a:spcAft>
                <a:spcPts val="0"/>
              </a:spcAft>
              <a:buFont typeface="Arial" panose="020B0604020202020204" pitchFamily="34" charset="0"/>
              <a:buAutoNum type="arabicParenBoth" startAt="3"/>
              <a:defRPr/>
            </a:pPr>
            <a:r>
              <a:rPr lang="en-US" dirty="0" smtClean="0"/>
              <a:t>K   </a:t>
            </a:r>
          </a:p>
          <a:p>
            <a:pPr marL="0" indent="0" fontAlgn="auto">
              <a:spcAft>
                <a:spcPts val="0"/>
              </a:spcAft>
              <a:buFont typeface="Arial" panose="020B0604020202020204" pitchFamily="34" charset="0"/>
              <a:buNone/>
              <a:defRPr/>
            </a:pPr>
            <a:r>
              <a:rPr lang="en-US" dirty="0" smtClean="0"/>
              <a:t>(</a:t>
            </a:r>
            <a:r>
              <a:rPr lang="en-US" dirty="0"/>
              <a:t>4) M</a:t>
            </a:r>
          </a:p>
          <a:p>
            <a:pPr marL="0" indent="0" fontAlgn="auto">
              <a:spcAft>
                <a:spcPts val="0"/>
              </a:spcAft>
              <a:buFont typeface="Arial" panose="020B0604020202020204" pitchFamily="34" charset="0"/>
              <a:buNone/>
              <a:defRPr/>
            </a:pPr>
            <a:endParaRPr lang="en-IN" dirty="0"/>
          </a:p>
        </p:txBody>
      </p:sp>
    </p:spTree>
    <p:extLst>
      <p:ext uri="{BB962C8B-B14F-4D97-AF65-F5344CB8AC3E}">
        <p14:creationId xmlns:p14="http://schemas.microsoft.com/office/powerpoint/2010/main" val="33290080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3</a:t>
            </a:r>
            <a:endParaRPr lang="en-IN" dirty="0"/>
          </a:p>
        </p:txBody>
      </p:sp>
      <p:sp>
        <p:nvSpPr>
          <p:cNvPr id="3" name="Content Placeholder 2"/>
          <p:cNvSpPr>
            <a:spLocks noGrp="1"/>
          </p:cNvSpPr>
          <p:nvPr>
            <p:ph idx="1"/>
          </p:nvPr>
        </p:nvSpPr>
        <p:spPr/>
        <p:txBody>
          <a:bodyPr rtlCol="0">
            <a:normAutofit/>
          </a:bodyPr>
          <a:lstStyle/>
          <a:p>
            <a:pPr fontAlgn="auto">
              <a:spcAft>
                <a:spcPts val="0"/>
              </a:spcAft>
              <a:buFont typeface="Arial" panose="020B0604020202020204" pitchFamily="34" charset="0"/>
              <a:buNone/>
              <a:defRPr/>
            </a:pPr>
            <a:r>
              <a:rPr lang="en-US" dirty="0"/>
              <a:t>29. Who is the Granddaughter  of R </a:t>
            </a:r>
          </a:p>
          <a:p>
            <a:pPr fontAlgn="auto">
              <a:spcAft>
                <a:spcPts val="0"/>
              </a:spcAft>
              <a:buFont typeface="Arial" panose="020B0604020202020204" pitchFamily="34" charset="0"/>
              <a:buNone/>
              <a:defRPr/>
            </a:pPr>
            <a:endParaRPr lang="en-US" dirty="0"/>
          </a:p>
          <a:p>
            <a:pPr fontAlgn="auto">
              <a:spcAft>
                <a:spcPts val="0"/>
              </a:spcAft>
              <a:buFont typeface="Arial" panose="020B0604020202020204" pitchFamily="34" charset="0"/>
              <a:buNone/>
              <a:defRPr/>
            </a:pPr>
            <a:r>
              <a:rPr lang="en-US" dirty="0"/>
              <a:t>(1) Y   </a:t>
            </a:r>
          </a:p>
          <a:p>
            <a:pPr fontAlgn="auto">
              <a:spcAft>
                <a:spcPts val="0"/>
              </a:spcAft>
              <a:buFont typeface="Arial" panose="020B0604020202020204" pitchFamily="34" charset="0"/>
              <a:buNone/>
              <a:defRPr/>
            </a:pPr>
            <a:r>
              <a:rPr lang="en-US" dirty="0"/>
              <a:t>(2) S   </a:t>
            </a:r>
          </a:p>
          <a:p>
            <a:pPr fontAlgn="auto">
              <a:spcAft>
                <a:spcPts val="0"/>
              </a:spcAft>
              <a:buFont typeface="Arial" panose="020B0604020202020204" pitchFamily="34" charset="0"/>
              <a:buNone/>
              <a:defRPr/>
            </a:pPr>
            <a:r>
              <a:rPr lang="en-US" dirty="0"/>
              <a:t>(3) K   </a:t>
            </a:r>
          </a:p>
          <a:p>
            <a:pPr fontAlgn="auto">
              <a:spcAft>
                <a:spcPts val="0"/>
              </a:spcAft>
              <a:buFont typeface="Arial" panose="020B0604020202020204" pitchFamily="34" charset="0"/>
              <a:buNone/>
              <a:defRPr/>
            </a:pPr>
            <a:r>
              <a:rPr lang="en-US" dirty="0"/>
              <a:t>(4) No one</a:t>
            </a:r>
          </a:p>
          <a:p>
            <a:pPr marL="0" indent="0" fontAlgn="auto">
              <a:spcAft>
                <a:spcPts val="0"/>
              </a:spcAft>
              <a:buFont typeface="Arial" panose="020B0604020202020204" pitchFamily="34" charset="0"/>
              <a:buNone/>
              <a:defRPr/>
            </a:pPr>
            <a:endParaRPr lang="en-IN" dirty="0"/>
          </a:p>
        </p:txBody>
      </p:sp>
    </p:spTree>
    <p:extLst>
      <p:ext uri="{BB962C8B-B14F-4D97-AF65-F5344CB8AC3E}">
        <p14:creationId xmlns:p14="http://schemas.microsoft.com/office/powerpoint/2010/main" val="371592748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endParaRPr lang="en-US"/>
          </a:p>
        </p:txBody>
      </p:sp>
      <p:sp>
        <p:nvSpPr>
          <p:cNvPr id="63491" name="Content Placeholder 2"/>
          <p:cNvSpPr>
            <a:spLocks noGrp="1"/>
          </p:cNvSpPr>
          <p:nvPr>
            <p:ph idx="1"/>
          </p:nvPr>
        </p:nvSpPr>
        <p:spPr/>
        <p:txBody>
          <a:bodyPr/>
          <a:lstStyle/>
          <a:p>
            <a:pPr>
              <a:buFont typeface="Arial" panose="020B0604020202020204" pitchFamily="34" charset="0"/>
              <a:buNone/>
            </a:pPr>
            <a:r>
              <a:rPr lang="en-US" altLang="en-US" smtClean="0"/>
              <a:t>30. Who is the father of H?</a:t>
            </a:r>
          </a:p>
          <a:p>
            <a:pPr>
              <a:buFont typeface="Arial" panose="020B0604020202020204" pitchFamily="34" charset="0"/>
              <a:buNone/>
            </a:pPr>
            <a:endParaRPr lang="en-US" altLang="en-US" smtClean="0"/>
          </a:p>
          <a:p>
            <a:pPr>
              <a:buFont typeface="Arial" panose="020B0604020202020204" pitchFamily="34" charset="0"/>
              <a:buNone/>
            </a:pPr>
            <a:r>
              <a:rPr lang="en-US" altLang="en-US" smtClean="0"/>
              <a:t>(1) Y   </a:t>
            </a:r>
          </a:p>
          <a:p>
            <a:pPr>
              <a:buFont typeface="Arial" panose="020B0604020202020204" pitchFamily="34" charset="0"/>
              <a:buNone/>
            </a:pPr>
            <a:r>
              <a:rPr lang="en-US" altLang="en-US" smtClean="0"/>
              <a:t>(2) S   </a:t>
            </a:r>
          </a:p>
          <a:p>
            <a:pPr>
              <a:buFont typeface="Arial" panose="020B0604020202020204" pitchFamily="34" charset="0"/>
              <a:buNone/>
            </a:pPr>
            <a:r>
              <a:rPr lang="en-US" altLang="en-US" smtClean="0"/>
              <a:t>(3) K   </a:t>
            </a:r>
          </a:p>
          <a:p>
            <a:pPr>
              <a:buFont typeface="Arial" panose="020B0604020202020204" pitchFamily="34" charset="0"/>
              <a:buNone/>
            </a:pPr>
            <a:r>
              <a:rPr lang="en-US" altLang="en-US" smtClean="0"/>
              <a:t>(4) R</a:t>
            </a:r>
          </a:p>
          <a:p>
            <a:endParaRPr lang="en-US" altLang="en-US" smtClean="0"/>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A088794-5CFD-4869-AA63-13362575E1B5}" type="slidenum">
              <a:rPr lang="en-US" altLang="en-US">
                <a:solidFill>
                  <a:srgbClr val="898989"/>
                </a:solidFill>
              </a:rPr>
              <a:pPr/>
              <a:t>33</a:t>
            </a:fld>
            <a:endParaRPr lang="en-US" altLang="en-US">
              <a:solidFill>
                <a:srgbClr val="898989"/>
              </a:solidFill>
            </a:endParaRPr>
          </a:p>
        </p:txBody>
      </p:sp>
    </p:spTree>
    <p:extLst>
      <p:ext uri="{BB962C8B-B14F-4D97-AF65-F5344CB8AC3E}">
        <p14:creationId xmlns:p14="http://schemas.microsoft.com/office/powerpoint/2010/main" val="40735944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endParaRPr lang="en-US"/>
          </a:p>
        </p:txBody>
      </p:sp>
      <p:sp>
        <p:nvSpPr>
          <p:cNvPr id="64515" name="Content Placeholder 2"/>
          <p:cNvSpPr>
            <a:spLocks noGrp="1"/>
          </p:cNvSpPr>
          <p:nvPr>
            <p:ph idx="1"/>
          </p:nvPr>
        </p:nvSpPr>
        <p:spPr/>
        <p:txBody>
          <a:bodyPr/>
          <a:lstStyle/>
          <a:p>
            <a:pPr>
              <a:buFont typeface="Arial" panose="020B0604020202020204" pitchFamily="34" charset="0"/>
              <a:buNone/>
            </a:pPr>
            <a:r>
              <a:rPr lang="en-US" altLang="en-US" smtClean="0"/>
              <a:t>31. Who is Y’s father in law</a:t>
            </a:r>
          </a:p>
          <a:p>
            <a:pPr>
              <a:buFont typeface="Arial" panose="020B0604020202020204" pitchFamily="34" charset="0"/>
              <a:buNone/>
            </a:pPr>
            <a:r>
              <a:rPr lang="en-US" altLang="en-US" smtClean="0"/>
              <a:t>(1) Y   </a:t>
            </a:r>
          </a:p>
          <a:p>
            <a:pPr>
              <a:buFont typeface="Arial" panose="020B0604020202020204" pitchFamily="34" charset="0"/>
              <a:buNone/>
            </a:pPr>
            <a:r>
              <a:rPr lang="en-US" altLang="en-US" smtClean="0"/>
              <a:t>(2) S   </a:t>
            </a:r>
          </a:p>
          <a:p>
            <a:pPr>
              <a:buFont typeface="Arial" panose="020B0604020202020204" pitchFamily="34" charset="0"/>
              <a:buNone/>
            </a:pPr>
            <a:r>
              <a:rPr lang="en-US" altLang="en-US" smtClean="0"/>
              <a:t>(3) K   </a:t>
            </a:r>
          </a:p>
          <a:p>
            <a:pPr>
              <a:buFont typeface="Arial" panose="020B0604020202020204" pitchFamily="34" charset="0"/>
              <a:buNone/>
            </a:pPr>
            <a:r>
              <a:rPr lang="en-US" altLang="en-US" smtClean="0"/>
              <a:t>(4) R</a:t>
            </a:r>
          </a:p>
          <a:p>
            <a:endParaRPr lang="en-US" altLang="en-US" smtClean="0"/>
          </a:p>
        </p:txBody>
      </p:sp>
      <p:sp>
        <p:nvSpPr>
          <p:cNvPr id="4" name="Slide Number Placeholder 3"/>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52FB575-95F0-4ADE-A929-84812E3BE524}" type="slidenum">
              <a:rPr lang="en-US" altLang="en-US">
                <a:solidFill>
                  <a:srgbClr val="898989"/>
                </a:solidFill>
              </a:rPr>
              <a:pPr/>
              <a:t>34</a:t>
            </a:fld>
            <a:endParaRPr lang="en-US" altLang="en-US">
              <a:solidFill>
                <a:srgbClr val="898989"/>
              </a:solidFill>
            </a:endParaRPr>
          </a:p>
        </p:txBody>
      </p:sp>
    </p:spTree>
    <p:extLst>
      <p:ext uri="{BB962C8B-B14F-4D97-AF65-F5344CB8AC3E}">
        <p14:creationId xmlns:p14="http://schemas.microsoft.com/office/powerpoint/2010/main" val="37930948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3</a:t>
            </a:r>
            <a:endParaRPr lang="en-IN" dirty="0"/>
          </a:p>
        </p:txBody>
      </p:sp>
      <p:sp>
        <p:nvSpPr>
          <p:cNvPr id="65539" name="Content Placeholder 2"/>
          <p:cNvSpPr>
            <a:spLocks noGrp="1"/>
          </p:cNvSpPr>
          <p:nvPr>
            <p:ph idx="1"/>
          </p:nvPr>
        </p:nvSpPr>
        <p:spPr/>
        <p:txBody>
          <a:bodyPr/>
          <a:lstStyle/>
          <a:p>
            <a:pPr marL="0" indent="0">
              <a:buFont typeface="Arial" panose="020B0604020202020204" pitchFamily="34" charset="0"/>
              <a:buNone/>
            </a:pPr>
            <a:r>
              <a:rPr lang="en-US" altLang="en-US" smtClean="0"/>
              <a:t>32.</a:t>
            </a:r>
            <a:br>
              <a:rPr lang="en-US" altLang="en-US" smtClean="0"/>
            </a:br>
            <a:r>
              <a:rPr lang="en-US" altLang="en-US" smtClean="0"/>
              <a:t>1. A + B means A is the brother of B</a:t>
            </a:r>
            <a:br>
              <a:rPr lang="en-US" altLang="en-US" smtClean="0"/>
            </a:br>
            <a:r>
              <a:rPr lang="en-US" altLang="en-US" smtClean="0"/>
              <a:t>2. A × B means A is the father of B</a:t>
            </a:r>
            <a:br>
              <a:rPr lang="en-US" altLang="en-US" smtClean="0"/>
            </a:br>
            <a:r>
              <a:rPr lang="en-US" altLang="en-US" smtClean="0"/>
              <a:t>3. A ÷ B means A is the mother of B</a:t>
            </a:r>
            <a:br>
              <a:rPr lang="en-US" altLang="en-US" smtClean="0"/>
            </a:br>
            <a:r>
              <a:rPr lang="en-US" altLang="en-US" smtClean="0"/>
              <a:t>Which of the following would mean "G is the son of H"?</a:t>
            </a:r>
            <a:br>
              <a:rPr lang="en-US" altLang="en-US" smtClean="0"/>
            </a:br>
            <a:r>
              <a:rPr lang="en-US" altLang="en-US" smtClean="0"/>
              <a:t/>
            </a:r>
            <a:br>
              <a:rPr lang="en-US" altLang="en-US" smtClean="0"/>
            </a:br>
            <a:r>
              <a:rPr lang="en-US" altLang="en-US" smtClean="0"/>
              <a:t>A)H × I × G</a:t>
            </a:r>
            <a:br>
              <a:rPr lang="en-US" altLang="en-US" smtClean="0"/>
            </a:br>
            <a:r>
              <a:rPr lang="en-US" altLang="en-US" smtClean="0"/>
              <a:t>B) H + G × I</a:t>
            </a:r>
            <a:br>
              <a:rPr lang="en-US" altLang="en-US" smtClean="0"/>
            </a:br>
            <a:r>
              <a:rPr lang="en-US" altLang="en-US" smtClean="0"/>
              <a:t>C) H ÷ G ÷ I</a:t>
            </a:r>
            <a:br>
              <a:rPr lang="en-US" altLang="en-US" smtClean="0"/>
            </a:br>
            <a:r>
              <a:rPr lang="en-US" altLang="en-US" smtClean="0"/>
              <a:t>D) H × G + I</a:t>
            </a:r>
            <a:br>
              <a:rPr lang="en-US" altLang="en-US" smtClean="0"/>
            </a:br>
            <a:endParaRPr lang="en-IN" altLang="en-US" smtClean="0"/>
          </a:p>
        </p:txBody>
      </p:sp>
    </p:spTree>
    <p:extLst>
      <p:ext uri="{BB962C8B-B14F-4D97-AF65-F5344CB8AC3E}">
        <p14:creationId xmlns:p14="http://schemas.microsoft.com/office/powerpoint/2010/main" val="37398752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Model - </a:t>
            </a:r>
            <a:r>
              <a:rPr lang="en-US" dirty="0" smtClean="0"/>
              <a:t>3</a:t>
            </a:r>
            <a:endParaRPr lang="en-IN" dirty="0"/>
          </a:p>
        </p:txBody>
      </p:sp>
      <p:sp>
        <p:nvSpPr>
          <p:cNvPr id="66563" name="Content Placeholder 2"/>
          <p:cNvSpPr>
            <a:spLocks noGrp="1"/>
          </p:cNvSpPr>
          <p:nvPr>
            <p:ph idx="1"/>
          </p:nvPr>
        </p:nvSpPr>
        <p:spPr/>
        <p:txBody>
          <a:bodyPr/>
          <a:lstStyle/>
          <a:p>
            <a:pPr marL="0" indent="0">
              <a:buFont typeface="Arial" panose="020B0604020202020204" pitchFamily="34" charset="0"/>
              <a:buNone/>
            </a:pPr>
            <a:r>
              <a:rPr lang="en-US" altLang="en-US" smtClean="0"/>
              <a:t>33. If A + B means A is the mother of B; </a:t>
            </a:r>
            <a:br>
              <a:rPr lang="en-US" altLang="en-US" smtClean="0"/>
            </a:br>
            <a:r>
              <a:rPr lang="en-US" altLang="en-US" smtClean="0"/>
              <a:t>A - B means A is the brother B;</a:t>
            </a:r>
            <a:br>
              <a:rPr lang="en-US" altLang="en-US" smtClean="0"/>
            </a:br>
            <a:r>
              <a:rPr lang="en-US" altLang="en-US" smtClean="0"/>
              <a:t> A % B means A is the father of B </a:t>
            </a:r>
            <a:br>
              <a:rPr lang="en-US" altLang="en-US" smtClean="0"/>
            </a:br>
            <a:r>
              <a:rPr lang="en-US" altLang="en-US" smtClean="0"/>
              <a:t> A x B means A is the sister of B</a:t>
            </a:r>
            <a:br>
              <a:rPr lang="en-US" altLang="en-US" smtClean="0"/>
            </a:br>
            <a:r>
              <a:rPr lang="en-US" altLang="en-US" smtClean="0"/>
              <a:t> which of the following shows that P is the maternal uncle of Q?</a:t>
            </a:r>
            <a:br>
              <a:rPr lang="en-US" altLang="en-US" smtClean="0"/>
            </a:br>
            <a:r>
              <a:rPr lang="en-US" altLang="en-US" smtClean="0"/>
              <a:t>A)Q - N + M x P</a:t>
            </a:r>
            <a:br>
              <a:rPr lang="en-US" altLang="en-US" smtClean="0"/>
            </a:br>
            <a:r>
              <a:rPr lang="en-US" altLang="en-US" smtClean="0"/>
              <a:t>B)P + S x N – Q</a:t>
            </a:r>
            <a:br>
              <a:rPr lang="en-US" altLang="en-US" smtClean="0"/>
            </a:br>
            <a:r>
              <a:rPr lang="en-US" altLang="en-US" smtClean="0"/>
              <a:t>C)P - M + N x Q</a:t>
            </a:r>
            <a:br>
              <a:rPr lang="en-US" altLang="en-US" smtClean="0"/>
            </a:br>
            <a:r>
              <a:rPr lang="en-US" altLang="en-US" smtClean="0"/>
              <a:t>D)Q - S % P</a:t>
            </a:r>
            <a:br>
              <a:rPr lang="en-US" altLang="en-US" smtClean="0"/>
            </a:br>
            <a:r>
              <a:rPr lang="en-US" altLang="en-US" smtClean="0"/>
              <a:t/>
            </a:r>
            <a:br>
              <a:rPr lang="en-US" altLang="en-US" smtClean="0"/>
            </a:br>
            <a:endParaRPr lang="en-IN" altLang="en-US" smtClean="0"/>
          </a:p>
        </p:txBody>
      </p:sp>
    </p:spTree>
    <p:extLst>
      <p:ext uri="{BB962C8B-B14F-4D97-AF65-F5344CB8AC3E}">
        <p14:creationId xmlns:p14="http://schemas.microsoft.com/office/powerpoint/2010/main" val="12136836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a:t>Ram told </a:t>
            </a:r>
            <a:r>
              <a:rPr lang="en-US" altLang="en-US" dirty="0" err="1"/>
              <a:t>Shyam</a:t>
            </a:r>
            <a:r>
              <a:rPr lang="en-US" altLang="en-US" dirty="0"/>
              <a:t>, "The boy I met yesterday at the beach was the youngest son of the brother-in-law of my friend's mother." How is the boy related to Ram's friend?</a:t>
            </a:r>
          </a:p>
          <a:p>
            <a:pPr marL="0" indent="0">
              <a:buNone/>
            </a:pPr>
            <a:r>
              <a:rPr lang="en-US" altLang="en-US" dirty="0" smtClean="0"/>
              <a:t>A) Son</a:t>
            </a:r>
            <a:endParaRPr lang="en-US" altLang="en-US" dirty="0"/>
          </a:p>
          <a:p>
            <a:pPr marL="0" indent="0">
              <a:buNone/>
            </a:pPr>
            <a:r>
              <a:rPr lang="en-US" altLang="en-US" dirty="0" smtClean="0"/>
              <a:t>B) Friend</a:t>
            </a:r>
            <a:endParaRPr lang="en-US" altLang="en-US" dirty="0"/>
          </a:p>
          <a:p>
            <a:pPr marL="0" indent="0">
              <a:buNone/>
            </a:pPr>
            <a:r>
              <a:rPr lang="en-US" altLang="en-US" dirty="0" smtClean="0"/>
              <a:t>C)Cousin</a:t>
            </a:r>
            <a:endParaRPr lang="en-US" altLang="en-US" dirty="0"/>
          </a:p>
          <a:p>
            <a:pPr marL="0" indent="0">
              <a:buNone/>
            </a:pPr>
            <a:r>
              <a:rPr lang="en-US" altLang="en-US" dirty="0" smtClean="0"/>
              <a:t>D)Niece</a:t>
            </a:r>
          </a:p>
        </p:txBody>
      </p:sp>
    </p:spTree>
    <p:extLst>
      <p:ext uri="{BB962C8B-B14F-4D97-AF65-F5344CB8AC3E}">
        <p14:creationId xmlns:p14="http://schemas.microsoft.com/office/powerpoint/2010/main" val="35817116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a:t>There are six children playing football, namely A, B, C, D, E and F. A and E are brothers. F is the Sister of E. C is the only son of A's Uncle. B and D are the daughters of the brother of C's father. How is D related to A?</a:t>
            </a:r>
          </a:p>
          <a:p>
            <a:pPr marL="0" indent="0">
              <a:buNone/>
            </a:pPr>
            <a:r>
              <a:rPr lang="en-US" altLang="en-US" dirty="0" smtClean="0"/>
              <a:t>A) Sister</a:t>
            </a:r>
            <a:endParaRPr lang="en-US" altLang="en-US" dirty="0"/>
          </a:p>
          <a:p>
            <a:pPr marL="0" indent="0">
              <a:buNone/>
            </a:pPr>
            <a:r>
              <a:rPr lang="en-US" altLang="en-US" dirty="0" smtClean="0"/>
              <a:t>B) Cousin</a:t>
            </a:r>
            <a:endParaRPr lang="en-US" altLang="en-US" dirty="0"/>
          </a:p>
          <a:p>
            <a:pPr marL="0" indent="0">
              <a:buNone/>
            </a:pPr>
            <a:r>
              <a:rPr lang="en-US" altLang="en-US" dirty="0" smtClean="0"/>
              <a:t>C) Niece</a:t>
            </a:r>
            <a:endParaRPr lang="en-US" altLang="en-US" dirty="0"/>
          </a:p>
          <a:p>
            <a:pPr marL="0" indent="0">
              <a:buNone/>
            </a:pPr>
            <a:r>
              <a:rPr lang="en-US" altLang="en-US" dirty="0" smtClean="0"/>
              <a:t>D) Uncle</a:t>
            </a:r>
            <a:endParaRPr lang="en-US" altLang="en-US" dirty="0"/>
          </a:p>
          <a:p>
            <a:pPr marL="0" indent="0">
              <a:buNone/>
            </a:pPr>
            <a:endParaRPr lang="en-US" altLang="en-US" dirty="0"/>
          </a:p>
          <a:p>
            <a:pPr marL="0" indent="0">
              <a:buNone/>
            </a:pPr>
            <a:endParaRPr lang="en-IN" altLang="en-US" dirty="0" smtClean="0"/>
          </a:p>
        </p:txBody>
      </p:sp>
    </p:spTree>
    <p:extLst>
      <p:ext uri="{BB962C8B-B14F-4D97-AF65-F5344CB8AC3E}">
        <p14:creationId xmlns:p14="http://schemas.microsoft.com/office/powerpoint/2010/main" val="275768620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A </a:t>
            </a:r>
            <a:r>
              <a:rPr lang="en-US" altLang="en-US" dirty="0"/>
              <a:t>is the son of B, C. B's sister has a son D and a daughter E. F is the maternal uncle of D. How many nephews does F have?</a:t>
            </a:r>
          </a:p>
          <a:p>
            <a:pPr marL="0" indent="0">
              <a:buNone/>
            </a:pPr>
            <a:r>
              <a:rPr lang="en-US" altLang="en-US" dirty="0" smtClean="0"/>
              <a:t>A) 2</a:t>
            </a:r>
            <a:endParaRPr lang="en-US" altLang="en-US" dirty="0"/>
          </a:p>
          <a:p>
            <a:pPr marL="0" indent="0">
              <a:buNone/>
            </a:pPr>
            <a:r>
              <a:rPr lang="en-US" altLang="en-US" dirty="0" smtClean="0"/>
              <a:t>B) 1</a:t>
            </a:r>
            <a:endParaRPr lang="en-US" altLang="en-US" dirty="0"/>
          </a:p>
          <a:p>
            <a:pPr marL="0" indent="0">
              <a:buNone/>
            </a:pPr>
            <a:r>
              <a:rPr lang="en-US" altLang="en-US" dirty="0" smtClean="0"/>
              <a:t>C) 0</a:t>
            </a:r>
            <a:endParaRPr lang="en-US" altLang="en-US" dirty="0"/>
          </a:p>
          <a:p>
            <a:pPr marL="0" indent="0">
              <a:buNone/>
            </a:pPr>
            <a:r>
              <a:rPr lang="en-US" altLang="en-US" dirty="0" smtClean="0"/>
              <a:t>D) 3</a:t>
            </a:r>
            <a:endParaRPr lang="en-US" altLang="en-US" dirty="0"/>
          </a:p>
        </p:txBody>
      </p:sp>
    </p:spTree>
    <p:extLst>
      <p:ext uri="{BB962C8B-B14F-4D97-AF65-F5344CB8AC3E}">
        <p14:creationId xmlns:p14="http://schemas.microsoft.com/office/powerpoint/2010/main" val="15560280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Suresh </a:t>
            </a:r>
            <a:r>
              <a:rPr lang="en-US" altLang="en-US" dirty="0"/>
              <a:t>said, “This girl is the wife of the grandson of my mother.” Who is Suresh to the girl?</a:t>
            </a:r>
          </a:p>
          <a:p>
            <a:pPr marL="0" indent="0">
              <a:buNone/>
            </a:pPr>
            <a:r>
              <a:rPr lang="en-US" altLang="en-US" dirty="0" smtClean="0"/>
              <a:t>A) Grandfather</a:t>
            </a:r>
            <a:endParaRPr lang="en-US" altLang="en-US" dirty="0"/>
          </a:p>
          <a:p>
            <a:pPr marL="0" indent="0">
              <a:buNone/>
            </a:pPr>
            <a:r>
              <a:rPr lang="en-US" altLang="en-US" dirty="0" smtClean="0"/>
              <a:t>B) Husband</a:t>
            </a:r>
            <a:endParaRPr lang="en-US" altLang="en-US" dirty="0"/>
          </a:p>
          <a:p>
            <a:pPr marL="0" indent="0">
              <a:buNone/>
            </a:pPr>
            <a:r>
              <a:rPr lang="en-US" altLang="en-US" dirty="0" smtClean="0"/>
              <a:t>C) Father</a:t>
            </a:r>
            <a:endParaRPr lang="en-US" altLang="en-US" dirty="0"/>
          </a:p>
          <a:p>
            <a:pPr marL="0" indent="0">
              <a:buNone/>
            </a:pPr>
            <a:r>
              <a:rPr lang="en-US" altLang="en-US" dirty="0" smtClean="0"/>
              <a:t>D) Father–in–law</a:t>
            </a:r>
            <a:endParaRPr lang="en-US" altLang="en-US" dirty="0"/>
          </a:p>
          <a:p>
            <a:pPr marL="0" indent="0">
              <a:buNone/>
            </a:pPr>
            <a:endParaRPr lang="en-US" altLang="en-US" dirty="0"/>
          </a:p>
        </p:txBody>
      </p:sp>
    </p:spTree>
    <p:extLst>
      <p:ext uri="{BB962C8B-B14F-4D97-AF65-F5344CB8AC3E}">
        <p14:creationId xmlns:p14="http://schemas.microsoft.com/office/powerpoint/2010/main" val="20560152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Pointing </a:t>
            </a:r>
            <a:r>
              <a:rPr lang="en-US" altLang="en-US" dirty="0"/>
              <a:t>to an old man, </a:t>
            </a:r>
            <a:r>
              <a:rPr lang="en-US" altLang="en-US" dirty="0" err="1"/>
              <a:t>Kunal</a:t>
            </a:r>
            <a:r>
              <a:rPr lang="en-US" altLang="en-US" dirty="0"/>
              <a:t> said, “His son is my son's uncle.” How is the old man related to </a:t>
            </a:r>
            <a:r>
              <a:rPr lang="en-US" altLang="en-US" dirty="0" err="1"/>
              <a:t>Kunal</a:t>
            </a:r>
            <a:r>
              <a:rPr lang="en-US" altLang="en-US" dirty="0"/>
              <a:t>?</a:t>
            </a:r>
          </a:p>
          <a:p>
            <a:pPr marL="0" indent="0">
              <a:buNone/>
            </a:pPr>
            <a:r>
              <a:rPr lang="en-US" altLang="en-US" dirty="0" smtClean="0"/>
              <a:t>A) Grandfather</a:t>
            </a:r>
            <a:endParaRPr lang="en-US" altLang="en-US" dirty="0"/>
          </a:p>
          <a:p>
            <a:pPr marL="0" indent="0">
              <a:buNone/>
            </a:pPr>
            <a:r>
              <a:rPr lang="en-US" altLang="en-US" dirty="0" smtClean="0"/>
              <a:t>B) Uncle</a:t>
            </a:r>
            <a:endParaRPr lang="en-US" altLang="en-US" dirty="0"/>
          </a:p>
          <a:p>
            <a:pPr marL="0" indent="0">
              <a:buNone/>
            </a:pPr>
            <a:r>
              <a:rPr lang="en-US" altLang="en-US" dirty="0" smtClean="0"/>
              <a:t>C) Brother</a:t>
            </a:r>
            <a:endParaRPr lang="en-US" altLang="en-US" dirty="0"/>
          </a:p>
          <a:p>
            <a:pPr marL="0" indent="0">
              <a:buNone/>
            </a:pPr>
            <a:r>
              <a:rPr lang="en-US" altLang="en-US" dirty="0" smtClean="0"/>
              <a:t>D) Father</a:t>
            </a:r>
            <a:endParaRPr lang="en-US" altLang="en-US" dirty="0"/>
          </a:p>
          <a:p>
            <a:pPr marL="0" indent="0">
              <a:buNone/>
            </a:pPr>
            <a:endParaRPr lang="en-IN" altLang="en-US" dirty="0"/>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125162564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A </a:t>
            </a:r>
            <a:r>
              <a:rPr lang="en-US" altLang="en-US" dirty="0"/>
              <a:t>girl introduced a boy as the son of the daughter of the father of her uncle. The boy is girl’s</a:t>
            </a:r>
          </a:p>
          <a:p>
            <a:pPr marL="0" indent="0">
              <a:buNone/>
            </a:pPr>
            <a:r>
              <a:rPr lang="en-US" altLang="en-US" dirty="0" smtClean="0"/>
              <a:t>A) Brother</a:t>
            </a:r>
            <a:endParaRPr lang="en-US" altLang="en-US" dirty="0"/>
          </a:p>
          <a:p>
            <a:pPr marL="0" indent="0">
              <a:buNone/>
            </a:pPr>
            <a:r>
              <a:rPr lang="en-US" altLang="en-US" dirty="0" smtClean="0"/>
              <a:t>B) Nephew</a:t>
            </a:r>
            <a:endParaRPr lang="en-US" altLang="en-US" dirty="0"/>
          </a:p>
          <a:p>
            <a:pPr marL="0" indent="0">
              <a:buNone/>
            </a:pPr>
            <a:r>
              <a:rPr lang="en-US" altLang="en-US" dirty="0" smtClean="0"/>
              <a:t>C) Son</a:t>
            </a:r>
            <a:endParaRPr lang="en-US" altLang="en-US" dirty="0"/>
          </a:p>
          <a:p>
            <a:pPr marL="0" indent="0">
              <a:buNone/>
            </a:pPr>
            <a:r>
              <a:rPr lang="en-US" altLang="en-US" dirty="0" smtClean="0"/>
              <a:t>D) Uncle</a:t>
            </a:r>
            <a:endParaRPr lang="en-US" altLang="en-US" dirty="0"/>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19397793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Pointing </a:t>
            </a:r>
            <a:r>
              <a:rPr lang="en-US" altLang="en-US" dirty="0"/>
              <a:t>towards a person, a man said to a woman, “His mother is the only daughter of your father.” How is the woman related to that person?</a:t>
            </a:r>
          </a:p>
          <a:p>
            <a:pPr marL="0" indent="0">
              <a:buNone/>
            </a:pPr>
            <a:r>
              <a:rPr lang="en-US" altLang="en-US" dirty="0" smtClean="0"/>
              <a:t>A) Daughter</a:t>
            </a:r>
            <a:endParaRPr lang="en-US" altLang="en-US" dirty="0"/>
          </a:p>
          <a:p>
            <a:pPr marL="0" indent="0">
              <a:buNone/>
            </a:pPr>
            <a:r>
              <a:rPr lang="en-US" altLang="en-US" dirty="0" smtClean="0"/>
              <a:t>B) Wife</a:t>
            </a:r>
            <a:endParaRPr lang="en-US" altLang="en-US" dirty="0"/>
          </a:p>
          <a:p>
            <a:pPr marL="0" indent="0">
              <a:buNone/>
            </a:pPr>
            <a:r>
              <a:rPr lang="en-US" altLang="en-US" dirty="0" smtClean="0"/>
              <a:t>C) Sister</a:t>
            </a:r>
            <a:endParaRPr lang="en-US" altLang="en-US" dirty="0"/>
          </a:p>
          <a:p>
            <a:pPr marL="0" indent="0">
              <a:buNone/>
            </a:pPr>
            <a:r>
              <a:rPr lang="en-US" altLang="en-US" dirty="0" smtClean="0"/>
              <a:t>D) Mother</a:t>
            </a:r>
            <a:endParaRPr lang="en-US" altLang="en-US" dirty="0"/>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36092861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If</a:t>
            </a:r>
            <a:r>
              <a:rPr lang="en-US" altLang="en-US" dirty="0"/>
              <a:t>, A # B means A is the daughter of B; A $ B means A is the brother of B; A @ B means A is the wife of B;  and A * B means A is the father of B, Which of the following indicates that U is the father-in-law of P?</a:t>
            </a:r>
          </a:p>
          <a:p>
            <a:pPr marL="0" indent="0">
              <a:buNone/>
            </a:pPr>
            <a:endParaRPr lang="en-US" altLang="en-US" dirty="0"/>
          </a:p>
          <a:p>
            <a:pPr marL="0" indent="0">
              <a:buNone/>
            </a:pPr>
            <a:r>
              <a:rPr lang="en-US" altLang="en-US" dirty="0" smtClean="0"/>
              <a:t>A) P </a:t>
            </a:r>
            <a:r>
              <a:rPr lang="en-US" altLang="en-US" dirty="0"/>
              <a:t>@ Q $ T # U * W</a:t>
            </a:r>
          </a:p>
          <a:p>
            <a:pPr marL="0" indent="0">
              <a:buNone/>
            </a:pPr>
            <a:r>
              <a:rPr lang="en-US" altLang="en-US" dirty="0" smtClean="0"/>
              <a:t>B) P </a:t>
            </a:r>
            <a:r>
              <a:rPr lang="en-US" altLang="en-US" dirty="0"/>
              <a:t>@ Q $ W * T # U</a:t>
            </a:r>
          </a:p>
          <a:p>
            <a:pPr marL="0" indent="0">
              <a:buNone/>
            </a:pPr>
            <a:r>
              <a:rPr lang="en-US" altLang="en-US" dirty="0" smtClean="0"/>
              <a:t>C) P </a:t>
            </a:r>
            <a:r>
              <a:rPr lang="en-US" altLang="en-US" dirty="0"/>
              <a:t>@ W $ Q * T # U</a:t>
            </a:r>
          </a:p>
          <a:p>
            <a:pPr marL="0" indent="0">
              <a:buNone/>
            </a:pPr>
            <a:r>
              <a:rPr lang="en-US" altLang="en-US" dirty="0" smtClean="0"/>
              <a:t>D) P </a:t>
            </a:r>
            <a:r>
              <a:rPr lang="en-US" altLang="en-US" dirty="0"/>
              <a:t>@ Q $ T # W * U</a:t>
            </a:r>
          </a:p>
          <a:p>
            <a:pPr marL="0" indent="0">
              <a:buNone/>
            </a:pPr>
            <a:endParaRPr lang="en-US" altLang="en-US" dirty="0"/>
          </a:p>
        </p:txBody>
      </p:sp>
    </p:spTree>
    <p:extLst>
      <p:ext uri="{BB962C8B-B14F-4D97-AF65-F5344CB8AC3E}">
        <p14:creationId xmlns:p14="http://schemas.microsoft.com/office/powerpoint/2010/main" val="128168973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err="1" smtClean="0"/>
              <a:t>Kanika</a:t>
            </a:r>
            <a:r>
              <a:rPr lang="en-US" altLang="en-US" dirty="0" smtClean="0"/>
              <a:t> </a:t>
            </a:r>
            <a:r>
              <a:rPr lang="en-US" altLang="en-US" dirty="0"/>
              <a:t>is the sister of Ravi, Anita is the mother of </a:t>
            </a:r>
            <a:r>
              <a:rPr lang="en-US" altLang="en-US" dirty="0" err="1"/>
              <a:t>Kanika</a:t>
            </a:r>
            <a:r>
              <a:rPr lang="en-US" altLang="en-US" dirty="0"/>
              <a:t>, Ravi is the father of Karan. How is Anita related to </a:t>
            </a:r>
            <a:r>
              <a:rPr lang="en-US" altLang="en-US" dirty="0" err="1" smtClean="0"/>
              <a:t>karan</a:t>
            </a:r>
            <a:r>
              <a:rPr lang="en-US" altLang="en-US" dirty="0" smtClean="0"/>
              <a:t>.</a:t>
            </a:r>
          </a:p>
          <a:p>
            <a:pPr marL="0" indent="0">
              <a:buNone/>
            </a:pPr>
            <a:r>
              <a:rPr lang="en-US" altLang="en-US" dirty="0" smtClean="0"/>
              <a:t>A) aunt</a:t>
            </a:r>
          </a:p>
          <a:p>
            <a:pPr marL="0" indent="0">
              <a:buNone/>
            </a:pPr>
            <a:r>
              <a:rPr lang="en-US" altLang="en-US" dirty="0" smtClean="0"/>
              <a:t>B) Data </a:t>
            </a:r>
            <a:r>
              <a:rPr lang="en-US" altLang="en-US" dirty="0"/>
              <a:t>inadequate</a:t>
            </a:r>
          </a:p>
          <a:p>
            <a:pPr marL="0" indent="0">
              <a:buNone/>
            </a:pPr>
            <a:r>
              <a:rPr lang="en-US" altLang="en-US" dirty="0" smtClean="0"/>
              <a:t>C) Mother</a:t>
            </a:r>
            <a:endParaRPr lang="en-US" altLang="en-US" dirty="0"/>
          </a:p>
          <a:p>
            <a:pPr marL="0" indent="0">
              <a:buNone/>
            </a:pPr>
            <a:r>
              <a:rPr lang="en-US" altLang="en-US" dirty="0" smtClean="0"/>
              <a:t>D) Grandmother</a:t>
            </a:r>
            <a:endParaRPr lang="en-US" altLang="en-US" dirty="0"/>
          </a:p>
          <a:p>
            <a:pPr marL="0" indent="0">
              <a:buNone/>
            </a:pPr>
            <a:endParaRPr lang="en-IN" altLang="en-US" dirty="0"/>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99958718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Pointing </a:t>
            </a:r>
            <a:r>
              <a:rPr lang="en-US" altLang="en-US" dirty="0"/>
              <a:t>to an old man, Kailash said, "His son is my son's uncle." How is the old man related to Kailash ?</a:t>
            </a:r>
          </a:p>
          <a:p>
            <a:pPr marL="0" indent="0">
              <a:buNone/>
            </a:pPr>
            <a:r>
              <a:rPr lang="en-US" altLang="en-US" dirty="0" smtClean="0"/>
              <a:t>A) Uncle</a:t>
            </a:r>
            <a:endParaRPr lang="en-US" altLang="en-US" dirty="0"/>
          </a:p>
          <a:p>
            <a:pPr marL="0" indent="0">
              <a:buNone/>
            </a:pPr>
            <a:r>
              <a:rPr lang="en-US" altLang="en-US" dirty="0" smtClean="0"/>
              <a:t>B) Grandfather</a:t>
            </a:r>
            <a:endParaRPr lang="en-US" altLang="en-US" dirty="0"/>
          </a:p>
          <a:p>
            <a:pPr marL="0" indent="0">
              <a:buNone/>
            </a:pPr>
            <a:r>
              <a:rPr lang="en-US" altLang="en-US" dirty="0" smtClean="0"/>
              <a:t>C) Brother</a:t>
            </a:r>
            <a:endParaRPr lang="en-US" altLang="en-US" dirty="0"/>
          </a:p>
          <a:p>
            <a:pPr marL="0" indent="0">
              <a:buNone/>
            </a:pPr>
            <a:r>
              <a:rPr lang="en-US" altLang="en-US" dirty="0" smtClean="0"/>
              <a:t>D) Father</a:t>
            </a:r>
            <a:endParaRPr lang="en-US" altLang="en-US" dirty="0"/>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241358971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How </a:t>
            </a:r>
            <a:r>
              <a:rPr lang="en-US" altLang="en-US" dirty="0"/>
              <a:t>B is related to C, if :</a:t>
            </a:r>
          </a:p>
          <a:p>
            <a:pPr marL="0" indent="0">
              <a:buNone/>
            </a:pPr>
            <a:r>
              <a:rPr lang="en-US" altLang="en-US" dirty="0" smtClean="0"/>
              <a:t>D </a:t>
            </a:r>
            <a:r>
              <a:rPr lang="en-US" altLang="en-US" dirty="0"/>
              <a:t>is the sister of A;</a:t>
            </a:r>
          </a:p>
          <a:p>
            <a:pPr marL="0" indent="0">
              <a:buNone/>
            </a:pPr>
            <a:r>
              <a:rPr lang="en-US" altLang="en-US" dirty="0"/>
              <a:t>A is the father of B;</a:t>
            </a:r>
          </a:p>
          <a:p>
            <a:pPr marL="0" indent="0">
              <a:buNone/>
            </a:pPr>
            <a:r>
              <a:rPr lang="en-US" altLang="en-US" dirty="0"/>
              <a:t>C is the brother of D</a:t>
            </a:r>
          </a:p>
          <a:p>
            <a:pPr marL="0" indent="0">
              <a:buNone/>
            </a:pPr>
            <a:endParaRPr lang="en-US" altLang="en-US" dirty="0" smtClean="0"/>
          </a:p>
          <a:p>
            <a:pPr marL="0" indent="0">
              <a:buNone/>
            </a:pPr>
            <a:r>
              <a:rPr lang="en-US" altLang="en-US" dirty="0" smtClean="0"/>
              <a:t>A) Father</a:t>
            </a:r>
            <a:endParaRPr lang="en-US" altLang="en-US" dirty="0"/>
          </a:p>
          <a:p>
            <a:pPr marL="0" indent="0">
              <a:buNone/>
            </a:pPr>
            <a:r>
              <a:rPr lang="en-US" altLang="en-US" dirty="0" smtClean="0"/>
              <a:t>B) Nephew</a:t>
            </a:r>
            <a:endParaRPr lang="en-US" altLang="en-US" dirty="0"/>
          </a:p>
          <a:p>
            <a:pPr marL="0" indent="0">
              <a:buNone/>
            </a:pPr>
            <a:r>
              <a:rPr lang="en-US" altLang="en-US" dirty="0" smtClean="0"/>
              <a:t>C) Sister</a:t>
            </a:r>
            <a:endParaRPr lang="en-US" altLang="en-US" dirty="0"/>
          </a:p>
          <a:p>
            <a:pPr marL="0" indent="0">
              <a:buNone/>
            </a:pPr>
            <a:r>
              <a:rPr lang="en-US" altLang="en-US" dirty="0" smtClean="0"/>
              <a:t>D) Cannot </a:t>
            </a:r>
            <a:r>
              <a:rPr lang="en-US" altLang="en-US" dirty="0"/>
              <a:t>be determined</a:t>
            </a:r>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31927391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a:t>
            </a:r>
            <a:r>
              <a:rPr lang="en-US" altLang="en-US" dirty="0" err="1"/>
              <a:t>i</a:t>
            </a:r>
            <a:r>
              <a:rPr lang="en-US" altLang="en-US" dirty="0"/>
              <a:t>) In a family of six persons A, B, C, D, E and F, there are two married couples. (ii) D is the grandmother of A and mother of B. (iii) C is the wife of B and mother of F. (iv) F is the grand daughter of E. Who among the following is one of the couples?</a:t>
            </a:r>
          </a:p>
          <a:p>
            <a:pPr marL="0" indent="0">
              <a:buNone/>
            </a:pPr>
            <a:endParaRPr lang="en-US" altLang="en-US" dirty="0"/>
          </a:p>
          <a:p>
            <a:pPr marL="0" indent="0">
              <a:buNone/>
            </a:pPr>
            <a:r>
              <a:rPr lang="en-US" altLang="en-US" dirty="0" smtClean="0"/>
              <a:t>A) CD</a:t>
            </a:r>
            <a:endParaRPr lang="en-US" altLang="en-US" dirty="0"/>
          </a:p>
          <a:p>
            <a:pPr marL="0" indent="0">
              <a:buNone/>
            </a:pPr>
            <a:r>
              <a:rPr lang="en-US" altLang="en-US" dirty="0" smtClean="0"/>
              <a:t>B) DE</a:t>
            </a:r>
            <a:endParaRPr lang="en-US" altLang="en-US" dirty="0"/>
          </a:p>
          <a:p>
            <a:pPr marL="0" indent="0">
              <a:buNone/>
            </a:pPr>
            <a:r>
              <a:rPr lang="en-US" altLang="en-US" dirty="0" smtClean="0"/>
              <a:t>C) EB</a:t>
            </a:r>
            <a:endParaRPr lang="en-US" altLang="en-US" dirty="0"/>
          </a:p>
          <a:p>
            <a:pPr marL="0" indent="0">
              <a:buNone/>
            </a:pPr>
            <a:r>
              <a:rPr lang="en-US" altLang="en-US" dirty="0" smtClean="0"/>
              <a:t>D) none </a:t>
            </a:r>
            <a:r>
              <a:rPr lang="en-US" altLang="en-US" dirty="0"/>
              <a:t>of </a:t>
            </a:r>
            <a:r>
              <a:rPr lang="en-US" altLang="en-US" dirty="0" smtClean="0"/>
              <a:t>these</a:t>
            </a:r>
            <a:endParaRPr lang="en-US" altLang="en-US" dirty="0"/>
          </a:p>
        </p:txBody>
      </p:sp>
    </p:spTree>
    <p:extLst>
      <p:ext uri="{BB962C8B-B14F-4D97-AF65-F5344CB8AC3E}">
        <p14:creationId xmlns:p14="http://schemas.microsoft.com/office/powerpoint/2010/main" val="358449749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Pointing </a:t>
            </a:r>
            <a:r>
              <a:rPr lang="en-US" altLang="en-US" dirty="0"/>
              <a:t>to a photograph, a lady tells </a:t>
            </a:r>
            <a:r>
              <a:rPr lang="en-US" altLang="en-US" dirty="0" err="1"/>
              <a:t>Pramod</a:t>
            </a:r>
            <a:r>
              <a:rPr lang="en-US" altLang="en-US" dirty="0"/>
              <a:t>, "I am the only daughter of this lady and her son is your maternal uncle." How is the speaker related to </a:t>
            </a:r>
            <a:r>
              <a:rPr lang="en-US" altLang="en-US" dirty="0" err="1"/>
              <a:t>Pramod's</a:t>
            </a:r>
            <a:r>
              <a:rPr lang="en-US" altLang="en-US" dirty="0"/>
              <a:t> father</a:t>
            </a:r>
          </a:p>
          <a:p>
            <a:pPr marL="0" indent="0">
              <a:buNone/>
            </a:pPr>
            <a:r>
              <a:rPr lang="en-US" altLang="en-US" dirty="0" smtClean="0"/>
              <a:t>A) Wife</a:t>
            </a:r>
            <a:endParaRPr lang="en-US" altLang="en-US" dirty="0"/>
          </a:p>
          <a:p>
            <a:pPr marL="0" indent="0">
              <a:buNone/>
            </a:pPr>
            <a:r>
              <a:rPr lang="en-US" altLang="en-US" dirty="0" smtClean="0"/>
              <a:t>B) Sister-in-law</a:t>
            </a:r>
            <a:endParaRPr lang="en-US" altLang="en-US" dirty="0"/>
          </a:p>
          <a:p>
            <a:pPr marL="0" indent="0">
              <a:buNone/>
            </a:pPr>
            <a:r>
              <a:rPr lang="en-US" altLang="en-US" dirty="0" smtClean="0"/>
              <a:t>C) Either </a:t>
            </a:r>
            <a:r>
              <a:rPr lang="en-US" altLang="en-US" dirty="0"/>
              <a:t>(a) or (b)</a:t>
            </a:r>
          </a:p>
          <a:p>
            <a:pPr marL="0" indent="0">
              <a:buNone/>
            </a:pPr>
            <a:r>
              <a:rPr lang="en-US" altLang="en-US" dirty="0" smtClean="0"/>
              <a:t>D) Neither </a:t>
            </a:r>
            <a:r>
              <a:rPr lang="en-US" altLang="en-US" dirty="0"/>
              <a:t>(a) nor (b</a:t>
            </a:r>
            <a:r>
              <a:rPr lang="en-US" altLang="en-US" dirty="0" smtClean="0"/>
              <a:t>)</a:t>
            </a:r>
            <a:endParaRPr lang="en-US" altLang="en-US" dirty="0"/>
          </a:p>
        </p:txBody>
      </p:sp>
    </p:spTree>
    <p:extLst>
      <p:ext uri="{BB962C8B-B14F-4D97-AF65-F5344CB8AC3E}">
        <p14:creationId xmlns:p14="http://schemas.microsoft.com/office/powerpoint/2010/main" val="427174239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When </a:t>
            </a:r>
            <a:r>
              <a:rPr lang="en-US" altLang="en-US" dirty="0" err="1"/>
              <a:t>Anuj</a:t>
            </a:r>
            <a:r>
              <a:rPr lang="en-US" altLang="en-US" dirty="0"/>
              <a:t> saw Manish, he recalled, "He is the son of the father of my daughter's mother." Who is Manish?</a:t>
            </a:r>
          </a:p>
          <a:p>
            <a:pPr marL="0" indent="0">
              <a:buNone/>
            </a:pPr>
            <a:r>
              <a:rPr lang="en-US" altLang="en-US" dirty="0" smtClean="0"/>
              <a:t>A) Cousin</a:t>
            </a:r>
            <a:endParaRPr lang="en-US" altLang="en-US" dirty="0"/>
          </a:p>
          <a:p>
            <a:pPr marL="0" indent="0">
              <a:buNone/>
            </a:pPr>
            <a:r>
              <a:rPr lang="en-US" altLang="en-US" dirty="0" smtClean="0"/>
              <a:t>B) Brother-in-law</a:t>
            </a:r>
            <a:endParaRPr lang="en-US" altLang="en-US" dirty="0"/>
          </a:p>
          <a:p>
            <a:pPr marL="0" indent="0">
              <a:buNone/>
            </a:pPr>
            <a:r>
              <a:rPr lang="en-US" altLang="en-US" dirty="0" smtClean="0"/>
              <a:t>C) Uncle</a:t>
            </a:r>
            <a:endParaRPr lang="en-US" altLang="en-US" dirty="0"/>
          </a:p>
          <a:p>
            <a:pPr marL="0" indent="0">
              <a:buNone/>
            </a:pPr>
            <a:r>
              <a:rPr lang="en-US" altLang="en-US" dirty="0" smtClean="0"/>
              <a:t>D) Brother</a:t>
            </a:r>
            <a:endParaRPr lang="en-US" altLang="en-US" dirty="0"/>
          </a:p>
          <a:p>
            <a:pPr marL="0" indent="0">
              <a:buNone/>
            </a:pPr>
            <a:endParaRPr lang="en-IN" altLang="en-US" dirty="0"/>
          </a:p>
          <a:p>
            <a:pPr marL="0" indent="0">
              <a:buNone/>
            </a:pPr>
            <a:endParaRPr lang="en-IN" altLang="en-US" dirty="0"/>
          </a:p>
          <a:p>
            <a:pPr marL="0" indent="0">
              <a:buNone/>
            </a:pPr>
            <a:endParaRPr lang="en-IN" altLang="en-US" dirty="0"/>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228456468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A </a:t>
            </a:r>
            <a:r>
              <a:rPr lang="en-US" altLang="en-US" dirty="0"/>
              <a:t>is the brother of B. B is the brother of C. D is the father of A. Based on these three statements, which of the following statements cannot be definitely true?</a:t>
            </a:r>
          </a:p>
          <a:p>
            <a:pPr marL="0" indent="0">
              <a:buNone/>
            </a:pPr>
            <a:r>
              <a:rPr lang="en-US" altLang="en-US" dirty="0" smtClean="0"/>
              <a:t>A) B </a:t>
            </a:r>
            <a:r>
              <a:rPr lang="en-US" altLang="en-US" dirty="0"/>
              <a:t>is the son of D</a:t>
            </a:r>
          </a:p>
          <a:p>
            <a:pPr marL="0" indent="0">
              <a:buNone/>
            </a:pPr>
            <a:r>
              <a:rPr lang="en-US" altLang="en-US" dirty="0" smtClean="0"/>
              <a:t>B) C </a:t>
            </a:r>
            <a:r>
              <a:rPr lang="en-US" altLang="en-US" dirty="0"/>
              <a:t>is the brother of A</a:t>
            </a:r>
          </a:p>
          <a:p>
            <a:pPr marL="0" indent="0">
              <a:buNone/>
            </a:pPr>
            <a:r>
              <a:rPr lang="en-US" altLang="en-US" dirty="0" smtClean="0"/>
              <a:t>C) B </a:t>
            </a:r>
            <a:r>
              <a:rPr lang="en-US" altLang="en-US" dirty="0"/>
              <a:t>is the brother of A.</a:t>
            </a:r>
          </a:p>
          <a:p>
            <a:pPr marL="0" indent="0">
              <a:buNone/>
            </a:pPr>
            <a:r>
              <a:rPr lang="en-US" altLang="en-US" dirty="0" smtClean="0"/>
              <a:t>D) A </a:t>
            </a:r>
            <a:r>
              <a:rPr lang="en-US" altLang="en-US" dirty="0"/>
              <a:t>is the brother of </a:t>
            </a:r>
            <a:r>
              <a:rPr lang="en-US" altLang="en-US" dirty="0" smtClean="0"/>
              <a:t>C</a:t>
            </a:r>
            <a:endParaRPr lang="en-US" altLang="en-US" dirty="0"/>
          </a:p>
        </p:txBody>
      </p:sp>
    </p:spTree>
    <p:extLst>
      <p:ext uri="{BB962C8B-B14F-4D97-AF65-F5344CB8AC3E}">
        <p14:creationId xmlns:p14="http://schemas.microsoft.com/office/powerpoint/2010/main" val="377996116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A </a:t>
            </a:r>
            <a:r>
              <a:rPr lang="en-US" altLang="en-US" dirty="0"/>
              <a:t>is the father of C and D is the son of B. E is the brother of A. If C is the sister of D, how is B related to E?</a:t>
            </a:r>
          </a:p>
          <a:p>
            <a:pPr marL="0" indent="0">
              <a:buNone/>
            </a:pPr>
            <a:r>
              <a:rPr lang="en-US" altLang="en-US" dirty="0" smtClean="0"/>
              <a:t>A) Brother</a:t>
            </a:r>
            <a:endParaRPr lang="en-US" altLang="en-US" dirty="0"/>
          </a:p>
          <a:p>
            <a:pPr marL="0" indent="0">
              <a:buNone/>
            </a:pPr>
            <a:r>
              <a:rPr lang="en-US" altLang="en-US" dirty="0" smtClean="0"/>
              <a:t>B) Sister-in-law</a:t>
            </a:r>
            <a:endParaRPr lang="en-US" altLang="en-US" dirty="0"/>
          </a:p>
          <a:p>
            <a:pPr marL="0" indent="0">
              <a:buNone/>
            </a:pPr>
            <a:r>
              <a:rPr lang="en-US" altLang="en-US" dirty="0" smtClean="0"/>
              <a:t>C) Daughter</a:t>
            </a:r>
            <a:endParaRPr lang="en-US" altLang="en-US" dirty="0"/>
          </a:p>
          <a:p>
            <a:pPr marL="0" indent="0">
              <a:buNone/>
            </a:pPr>
            <a:r>
              <a:rPr lang="en-US" altLang="en-US" dirty="0" smtClean="0"/>
              <a:t>D) Husband</a:t>
            </a:r>
            <a:endParaRPr lang="en-US" altLang="en-US" dirty="0"/>
          </a:p>
        </p:txBody>
      </p:sp>
    </p:spTree>
    <p:extLst>
      <p:ext uri="{BB962C8B-B14F-4D97-AF65-F5344CB8AC3E}">
        <p14:creationId xmlns:p14="http://schemas.microsoft.com/office/powerpoint/2010/main" val="94058176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How </a:t>
            </a:r>
            <a:r>
              <a:rPr lang="en-US" altLang="en-US" dirty="0"/>
              <a:t>is Ravi related to girl, if Ravi pointed to the girl and said that she is the daughter of his grandfather’s only son?</a:t>
            </a:r>
          </a:p>
          <a:p>
            <a:pPr marL="0" indent="0">
              <a:buNone/>
            </a:pPr>
            <a:r>
              <a:rPr lang="en-US" altLang="en-US" dirty="0" smtClean="0"/>
              <a:t>A) Cousin</a:t>
            </a:r>
            <a:endParaRPr lang="en-US" altLang="en-US" dirty="0"/>
          </a:p>
          <a:p>
            <a:pPr marL="0" indent="0">
              <a:buNone/>
            </a:pPr>
            <a:r>
              <a:rPr lang="en-US" altLang="en-US" dirty="0" smtClean="0"/>
              <a:t>B) Grandson</a:t>
            </a:r>
            <a:endParaRPr lang="en-US" altLang="en-US" dirty="0"/>
          </a:p>
          <a:p>
            <a:pPr marL="0" indent="0">
              <a:buNone/>
            </a:pPr>
            <a:r>
              <a:rPr lang="en-US" altLang="en-US" dirty="0" smtClean="0"/>
              <a:t>C) Father</a:t>
            </a:r>
            <a:endParaRPr lang="en-US" altLang="en-US" dirty="0"/>
          </a:p>
          <a:p>
            <a:pPr marL="0" indent="0">
              <a:buNone/>
            </a:pPr>
            <a:r>
              <a:rPr lang="en-US" altLang="en-US" dirty="0" smtClean="0"/>
              <a:t>D) Brother</a:t>
            </a:r>
            <a:endParaRPr lang="en-US" altLang="en-US" dirty="0"/>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222916727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Pointing </a:t>
            </a:r>
            <a:r>
              <a:rPr lang="en-US" altLang="en-US" dirty="0"/>
              <a:t>to a man, Ravi said, “His only sibling is the father of my daughter’s father.” How is the man related to Ravi?</a:t>
            </a:r>
          </a:p>
          <a:p>
            <a:pPr marL="0" indent="0">
              <a:buNone/>
            </a:pPr>
            <a:r>
              <a:rPr lang="en-US" altLang="en-US" dirty="0" smtClean="0"/>
              <a:t>A) Grandfather</a:t>
            </a:r>
            <a:endParaRPr lang="en-US" altLang="en-US" dirty="0"/>
          </a:p>
          <a:p>
            <a:pPr marL="0" indent="0">
              <a:buNone/>
            </a:pPr>
            <a:r>
              <a:rPr lang="en-US" altLang="en-US" dirty="0" smtClean="0"/>
              <a:t>B) Uncle</a:t>
            </a:r>
            <a:endParaRPr lang="en-US" altLang="en-US" dirty="0"/>
          </a:p>
          <a:p>
            <a:pPr marL="0" indent="0">
              <a:buNone/>
            </a:pPr>
            <a:r>
              <a:rPr lang="en-US" altLang="en-US" dirty="0" smtClean="0"/>
              <a:t>C) Brother–in–law</a:t>
            </a:r>
            <a:endParaRPr lang="en-US" altLang="en-US" dirty="0"/>
          </a:p>
          <a:p>
            <a:pPr marL="0" indent="0">
              <a:buNone/>
            </a:pPr>
            <a:r>
              <a:rPr lang="en-US" altLang="en-US" dirty="0" smtClean="0"/>
              <a:t>D) Father</a:t>
            </a:r>
            <a:endParaRPr lang="en-US" altLang="en-US" dirty="0"/>
          </a:p>
          <a:p>
            <a:pPr marL="0" indent="0">
              <a:buNone/>
            </a:pPr>
            <a:endParaRPr lang="en-IN" altLang="en-US" dirty="0"/>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18875986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A </a:t>
            </a:r>
            <a:r>
              <a:rPr lang="en-US" altLang="en-US" dirty="0"/>
              <a:t>woman going with a boy is asked by another woman about the relationship between them. The women replied, “My maternal uncle and the uncle of his maternal uncle is the same.” How is the lady related with that boy?</a:t>
            </a:r>
          </a:p>
          <a:p>
            <a:pPr marL="0" indent="0">
              <a:buNone/>
            </a:pPr>
            <a:r>
              <a:rPr lang="en-US" altLang="en-US" dirty="0" smtClean="0"/>
              <a:t>A) Aunt </a:t>
            </a:r>
            <a:r>
              <a:rPr lang="en-US" altLang="en-US" dirty="0"/>
              <a:t>and Nephew</a:t>
            </a:r>
          </a:p>
          <a:p>
            <a:pPr marL="0" indent="0">
              <a:buNone/>
            </a:pPr>
            <a:r>
              <a:rPr lang="en-US" altLang="en-US" dirty="0" smtClean="0"/>
              <a:t>B) Grandmother </a:t>
            </a:r>
            <a:r>
              <a:rPr lang="en-US" altLang="en-US" dirty="0"/>
              <a:t>and Grandson</a:t>
            </a:r>
          </a:p>
          <a:p>
            <a:pPr marL="0" indent="0">
              <a:buNone/>
            </a:pPr>
            <a:r>
              <a:rPr lang="en-US" altLang="en-US" dirty="0" smtClean="0"/>
              <a:t>C) Mother </a:t>
            </a:r>
            <a:r>
              <a:rPr lang="en-US" altLang="en-US" dirty="0"/>
              <a:t>and Son</a:t>
            </a:r>
          </a:p>
          <a:p>
            <a:pPr marL="0" indent="0">
              <a:buNone/>
            </a:pPr>
            <a:r>
              <a:rPr lang="en-US" altLang="en-US" dirty="0" smtClean="0"/>
              <a:t>D) None </a:t>
            </a:r>
            <a:r>
              <a:rPr lang="en-US" altLang="en-US" dirty="0"/>
              <a:t>of these</a:t>
            </a:r>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32213133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Content Placeholder 2"/>
          <p:cNvSpPr>
            <a:spLocks noGrp="1"/>
          </p:cNvSpPr>
          <p:nvPr>
            <p:ph idx="1"/>
          </p:nvPr>
        </p:nvSpPr>
        <p:spPr>
          <a:xfrm>
            <a:off x="524692" y="584654"/>
            <a:ext cx="10996748" cy="5881460"/>
          </a:xfrm>
        </p:spPr>
        <p:txBody>
          <a:bodyPr>
            <a:normAutofit/>
          </a:bodyPr>
          <a:lstStyle/>
          <a:p>
            <a:pPr marL="0" indent="0">
              <a:buNone/>
            </a:pPr>
            <a:r>
              <a:rPr lang="en-US" altLang="en-US" dirty="0" smtClean="0"/>
              <a:t>How </a:t>
            </a:r>
            <a:r>
              <a:rPr lang="en-US" altLang="en-US" dirty="0"/>
              <a:t>is the </a:t>
            </a:r>
            <a:r>
              <a:rPr lang="en-US" altLang="en-US" dirty="0" err="1"/>
              <a:t>Geeta</a:t>
            </a:r>
            <a:r>
              <a:rPr lang="en-US" altLang="en-US" dirty="0"/>
              <a:t> related to the Karan's sister who has no other sister, if Karan pointing to </a:t>
            </a:r>
            <a:r>
              <a:rPr lang="en-US" altLang="en-US" dirty="0" err="1"/>
              <a:t>Geeta</a:t>
            </a:r>
            <a:r>
              <a:rPr lang="en-US" altLang="en-US" dirty="0"/>
              <a:t> and saying that she is my nephew’s maternal grandmother? </a:t>
            </a:r>
          </a:p>
          <a:p>
            <a:pPr marL="0" indent="0">
              <a:buNone/>
            </a:pPr>
            <a:r>
              <a:rPr lang="en-US" altLang="en-US" dirty="0" smtClean="0"/>
              <a:t>A) Sister–in–law</a:t>
            </a:r>
            <a:endParaRPr lang="en-US" altLang="en-US" dirty="0"/>
          </a:p>
          <a:p>
            <a:pPr marL="0" indent="0">
              <a:buNone/>
            </a:pPr>
            <a:r>
              <a:rPr lang="en-US" altLang="en-US" dirty="0" smtClean="0"/>
              <a:t>B) Mother–in–law</a:t>
            </a:r>
            <a:endParaRPr lang="en-US" altLang="en-US" dirty="0"/>
          </a:p>
          <a:p>
            <a:pPr marL="0" indent="0">
              <a:buNone/>
            </a:pPr>
            <a:r>
              <a:rPr lang="en-US" altLang="en-US" dirty="0" smtClean="0"/>
              <a:t>C) Cousin</a:t>
            </a:r>
            <a:endParaRPr lang="en-US" altLang="en-US" dirty="0"/>
          </a:p>
          <a:p>
            <a:pPr marL="0" indent="0">
              <a:buNone/>
            </a:pPr>
            <a:r>
              <a:rPr lang="en-US" altLang="en-US" dirty="0" smtClean="0"/>
              <a:t>D) Mother</a:t>
            </a:r>
            <a:endParaRPr lang="en-IN" altLang="en-US" dirty="0"/>
          </a:p>
          <a:p>
            <a:pPr marL="0" indent="0">
              <a:buFont typeface="Arial" panose="020B0604020202020204" pitchFamily="34" charset="0"/>
              <a:buNone/>
            </a:pPr>
            <a:endParaRPr lang="en-IN" altLang="en-US" dirty="0" smtClean="0"/>
          </a:p>
        </p:txBody>
      </p:sp>
    </p:spTree>
    <p:extLst>
      <p:ext uri="{BB962C8B-B14F-4D97-AF65-F5344CB8AC3E}">
        <p14:creationId xmlns:p14="http://schemas.microsoft.com/office/powerpoint/2010/main" val="171441606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2300</Words>
  <Application>Microsoft Office PowerPoint</Application>
  <PresentationFormat>Widescreen</PresentationFormat>
  <Paragraphs>335</Paragraphs>
  <Slides>56</Slides>
  <Notes>56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Calibri Light</vt:lpstr>
      <vt:lpstr>Office Theme</vt:lpstr>
      <vt:lpstr>PowerPoint Presentation</vt:lpstr>
      <vt:lpstr>Blood Relations</vt:lpstr>
      <vt:lpstr>Model - 1</vt:lpstr>
      <vt:lpstr>Model - 1</vt:lpstr>
      <vt:lpstr>Model - 1</vt:lpstr>
      <vt:lpstr>Model - 1</vt:lpstr>
      <vt:lpstr>Model - 1</vt:lpstr>
      <vt:lpstr>Model - 1</vt:lpstr>
      <vt:lpstr>Model - 1</vt:lpstr>
      <vt:lpstr>Model - 1</vt:lpstr>
      <vt:lpstr>Model - 2</vt:lpstr>
      <vt:lpstr>Model - 2</vt:lpstr>
      <vt:lpstr>Model - 2</vt:lpstr>
      <vt:lpstr>Model - 2</vt:lpstr>
      <vt:lpstr>Model - 2</vt:lpstr>
      <vt:lpstr>Model - 2</vt:lpstr>
      <vt:lpstr>Model - 2</vt:lpstr>
      <vt:lpstr>Model - 2</vt:lpstr>
      <vt:lpstr>Model - 2</vt:lpstr>
      <vt:lpstr>Model - 2</vt:lpstr>
      <vt:lpstr>Model - 2</vt:lpstr>
      <vt:lpstr>Model - 2</vt:lpstr>
      <vt:lpstr>Model - 2</vt:lpstr>
      <vt:lpstr>Model - 2</vt:lpstr>
      <vt:lpstr>Model - 2</vt:lpstr>
      <vt:lpstr>Model - 2</vt:lpstr>
      <vt:lpstr>Model - 2</vt:lpstr>
      <vt:lpstr>Model - 2</vt:lpstr>
      <vt:lpstr>Model - 3</vt:lpstr>
      <vt:lpstr>Model - 3</vt:lpstr>
      <vt:lpstr>Model - 3</vt:lpstr>
      <vt:lpstr>Model - 3</vt:lpstr>
      <vt:lpstr>PowerPoint Presentation</vt:lpstr>
      <vt:lpstr>PowerPoint Presentation</vt:lpstr>
      <vt:lpstr>Model - 3</vt:lpstr>
      <vt:lpstr>Model - 3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Vasu</dc:creator>
  <cp:lastModifiedBy>Vasu</cp:lastModifiedBy>
  <cp:revision>8</cp:revision>
  <dcterms:created xsi:type="dcterms:W3CDTF">2025-10-07T08:39:58Z</dcterms:created>
  <dcterms:modified xsi:type="dcterms:W3CDTF">2026-05-28T18:24:38Z</dcterms:modified>
</cp:coreProperties>
</file>